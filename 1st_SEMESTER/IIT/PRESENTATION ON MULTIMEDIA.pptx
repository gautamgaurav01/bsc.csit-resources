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342" r:id="rId5"/>
    <p:sldId id="359" r:id="rId6"/>
    <p:sldId id="360" r:id="rId7"/>
    <p:sldId id="379" r:id="rId8"/>
    <p:sldId id="361" r:id="rId9"/>
    <p:sldId id="362" r:id="rId10"/>
    <p:sldId id="366" r:id="rId11"/>
    <p:sldId id="380" r:id="rId12"/>
    <p:sldId id="364" r:id="rId13"/>
    <p:sldId id="365" r:id="rId14"/>
    <p:sldId id="382" r:id="rId15"/>
    <p:sldId id="363" r:id="rId16"/>
    <p:sldId id="381" r:id="rId17"/>
    <p:sldId id="3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FBFE"/>
    <a:srgbClr val="000000"/>
    <a:srgbClr val="FFFFFF"/>
    <a:srgbClr val="05202E"/>
    <a:srgbClr val="0515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0A1B5D5-9B99-4C35-A422-299274C8766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2913" autoAdjust="0"/>
  </p:normalViewPr>
  <p:slideViewPr>
    <p:cSldViewPr snapToGrid="0" snapToObjects="1" showGuides="1">
      <p:cViewPr>
        <p:scale>
          <a:sx n="90" d="100"/>
          <a:sy n="90" d="100"/>
        </p:scale>
        <p:origin x="398" y="53"/>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459878-C319-6BF3-52DC-16FA4340A6C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82FA7FC-DFAE-8499-5A3E-AD9648D7FC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8BFD57-AB0A-470B-A7AF-56DFE7B5174A}" type="datetimeFigureOut">
              <a:rPr lang="en-US" smtClean="0"/>
              <a:t>2/15/2025</a:t>
            </a:fld>
            <a:endParaRPr lang="en-US" dirty="0"/>
          </a:p>
        </p:txBody>
      </p:sp>
      <p:sp>
        <p:nvSpPr>
          <p:cNvPr id="4" name="Footer Placeholder 3">
            <a:extLst>
              <a:ext uri="{FF2B5EF4-FFF2-40B4-BE49-F238E27FC236}">
                <a16:creationId xmlns:a16="http://schemas.microsoft.com/office/drawing/2014/main" id="{4C9C12BB-9544-9F9A-BEDA-E71686438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D1E77E4-B9A2-A882-9240-3AE65EE217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61A1-75D9-49F7-83EB-F5872642613A}" type="slidenum">
              <a:rPr lang="en-US" smtClean="0"/>
              <a:t>‹#›</a:t>
            </a:fld>
            <a:endParaRPr lang="en-US" dirty="0"/>
          </a:p>
        </p:txBody>
      </p:sp>
    </p:spTree>
    <p:extLst>
      <p:ext uri="{BB962C8B-B14F-4D97-AF65-F5344CB8AC3E}">
        <p14:creationId xmlns:p14="http://schemas.microsoft.com/office/powerpoint/2010/main" val="1477327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B3339F-6CEA-4641-BE08-40DAFD6FCF25}" type="datetimeFigureOut">
              <a:rPr lang="en-US" smtClean="0"/>
              <a:t>2/15/2025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F75CB5-5666-5049-9AE0-38EFD385C21E}" type="slidenum">
              <a:rPr lang="en-US" smtClean="0"/>
              <a:t>‹#›</a:t>
            </a:fld>
            <a:endParaRPr lang="en-US" dirty="0"/>
          </a:p>
        </p:txBody>
      </p:sp>
    </p:spTree>
    <p:extLst>
      <p:ext uri="{BB962C8B-B14F-4D97-AF65-F5344CB8AC3E}">
        <p14:creationId xmlns:p14="http://schemas.microsoft.com/office/powerpoint/2010/main" val="475562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a:t>
            </a:fld>
            <a:endParaRPr lang="en-US" dirty="0"/>
          </a:p>
        </p:txBody>
      </p:sp>
    </p:spTree>
    <p:extLst>
      <p:ext uri="{BB962C8B-B14F-4D97-AF65-F5344CB8AC3E}">
        <p14:creationId xmlns:p14="http://schemas.microsoft.com/office/powerpoint/2010/main" val="1575999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F75CB5-5666-5049-9AE0-38EFD385C2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2673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3</a:t>
            </a:fld>
            <a:endParaRPr lang="en-US" dirty="0"/>
          </a:p>
        </p:txBody>
      </p:sp>
    </p:spTree>
    <p:extLst>
      <p:ext uri="{BB962C8B-B14F-4D97-AF65-F5344CB8AC3E}">
        <p14:creationId xmlns:p14="http://schemas.microsoft.com/office/powerpoint/2010/main" val="31226072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4</a:t>
            </a:fld>
            <a:endParaRPr lang="en-US" dirty="0"/>
          </a:p>
        </p:txBody>
      </p:sp>
    </p:spTree>
    <p:extLst>
      <p:ext uri="{BB962C8B-B14F-4D97-AF65-F5344CB8AC3E}">
        <p14:creationId xmlns:p14="http://schemas.microsoft.com/office/powerpoint/2010/main" val="2611248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7</a:t>
            </a:fld>
            <a:endParaRPr lang="en-US" dirty="0"/>
          </a:p>
        </p:txBody>
      </p:sp>
    </p:spTree>
    <p:extLst>
      <p:ext uri="{BB962C8B-B14F-4D97-AF65-F5344CB8AC3E}">
        <p14:creationId xmlns:p14="http://schemas.microsoft.com/office/powerpoint/2010/main" val="29027940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9</a:t>
            </a:fld>
            <a:endParaRPr lang="en-US" dirty="0"/>
          </a:p>
        </p:txBody>
      </p:sp>
    </p:spTree>
    <p:extLst>
      <p:ext uri="{BB962C8B-B14F-4D97-AF65-F5344CB8AC3E}">
        <p14:creationId xmlns:p14="http://schemas.microsoft.com/office/powerpoint/2010/main" val="32562723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10</a:t>
            </a:fld>
            <a:endParaRPr lang="en-US" dirty="0"/>
          </a:p>
        </p:txBody>
      </p:sp>
    </p:spTree>
    <p:extLst>
      <p:ext uri="{BB962C8B-B14F-4D97-AF65-F5344CB8AC3E}">
        <p14:creationId xmlns:p14="http://schemas.microsoft.com/office/powerpoint/2010/main" val="20543892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12</a:t>
            </a:fld>
            <a:endParaRPr lang="en-US" dirty="0"/>
          </a:p>
        </p:txBody>
      </p:sp>
    </p:spTree>
    <p:extLst>
      <p:ext uri="{BB962C8B-B14F-4D97-AF65-F5344CB8AC3E}">
        <p14:creationId xmlns:p14="http://schemas.microsoft.com/office/powerpoint/2010/main" val="1521186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Subtitle">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0" y="304799"/>
            <a:ext cx="12191998" cy="3215641"/>
          </a:xfrm>
        </p:spPr>
        <p:txBody>
          <a:bodyPr lIns="0" rIns="0" bIns="0" anchor="b" anchorCtr="0">
            <a:noAutofit/>
          </a:bodyPr>
          <a:lstStyle>
            <a:lvl1pPr algn="ctr">
              <a:defRPr sz="6000" kern="1200" cap="all" spc="300" baseline="0">
                <a:solidFill>
                  <a:schemeClr val="accent3">
                    <a:lumMod val="75000"/>
                  </a:schemeClr>
                </a:solidFill>
              </a:defRPr>
            </a:lvl1pPr>
          </a:lstStyle>
          <a:p>
            <a:r>
              <a:rPr lang="en-US" dirty="0"/>
              <a:t>Click to add title</a:t>
            </a:r>
          </a:p>
        </p:txBody>
      </p:sp>
      <p:sp>
        <p:nvSpPr>
          <p:cNvPr id="12" name="Subtitle 2">
            <a:extLst>
              <a:ext uri="{FF2B5EF4-FFF2-40B4-BE49-F238E27FC236}">
                <a16:creationId xmlns:a16="http://schemas.microsoft.com/office/drawing/2014/main" id="{58B9CAE2-F3DD-D6D3-96C8-D947A4117752}"/>
              </a:ext>
            </a:extLst>
          </p:cNvPr>
          <p:cNvSpPr>
            <a:spLocks noGrp="1"/>
          </p:cNvSpPr>
          <p:nvPr>
            <p:ph type="subTitle" idx="1" hasCustomPrompt="1"/>
          </p:nvPr>
        </p:nvSpPr>
        <p:spPr>
          <a:xfrm>
            <a:off x="3" y="3670628"/>
            <a:ext cx="12191997" cy="2577772"/>
          </a:xfrm>
        </p:spPr>
        <p:txBody>
          <a:bodyPr>
            <a:noAutofit/>
          </a:bodyPr>
          <a:lstStyle>
            <a:lvl1pPr marL="0" indent="0" algn="ctr">
              <a:buNone/>
              <a:defRPr sz="3200" b="0" i="0" cap="all" spc="600" baseline="0">
                <a:solidFill>
                  <a:schemeClr val="accent3"/>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41193215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3" y="1821180"/>
            <a:ext cx="12191994" cy="3215641"/>
          </a:xfrm>
        </p:spPr>
        <p:txBody>
          <a:bodyPr lIns="0" rIns="0" bIns="0" anchor="ctr" anchorCtr="0">
            <a:noAutofit/>
          </a:bodyPr>
          <a:lstStyle>
            <a:lvl1pPr algn="ctr">
              <a:defRPr sz="6000" kern="1200" cap="all" spc="300" baseline="0">
                <a:solidFill>
                  <a:schemeClr val="accent3">
                    <a:lumMod val="75000"/>
                  </a:schemeClr>
                </a:solidFill>
              </a:defRPr>
            </a:lvl1pPr>
          </a:lstStyle>
          <a:p>
            <a:r>
              <a:rPr lang="en-US" dirty="0"/>
              <a:t>Click to add title</a:t>
            </a:r>
          </a:p>
        </p:txBody>
      </p:sp>
    </p:spTree>
    <p:extLst>
      <p:ext uri="{BB962C8B-B14F-4D97-AF65-F5344CB8AC3E}">
        <p14:creationId xmlns:p14="http://schemas.microsoft.com/office/powerpoint/2010/main" val="16350451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3">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A084D09-1B2D-4EE2-82A7-83196133B801}"/>
              </a:ext>
              <a:ext uri="{C183D7F6-B498-43B3-948B-1728B52AA6E4}">
                <adec:decorative xmlns:adec="http://schemas.microsoft.com/office/drawing/2017/decorative" val="1"/>
              </a:ext>
            </a:extLst>
          </p:cNvPr>
          <p:cNvGrpSpPr/>
          <p:nvPr userDrawn="1"/>
        </p:nvGrpSpPr>
        <p:grpSpPr>
          <a:xfrm>
            <a:off x="0" y="-6350"/>
            <a:ext cx="12185769" cy="6864350"/>
            <a:chOff x="0" y="-6350"/>
            <a:chExt cx="12185769" cy="6864350"/>
          </a:xfrm>
        </p:grpSpPr>
        <p:sp>
          <p:nvSpPr>
            <p:cNvPr id="4" name="Rectangle 3">
              <a:extLst>
                <a:ext uri="{FF2B5EF4-FFF2-40B4-BE49-F238E27FC236}">
                  <a16:creationId xmlns:a16="http://schemas.microsoft.com/office/drawing/2014/main" id="{53860AA6-1B14-DF89-B725-CC444E502028}"/>
                </a:ext>
                <a:ext uri="{C183D7F6-B498-43B3-948B-1728B52AA6E4}">
                  <adec:decorative xmlns:adec="http://schemas.microsoft.com/office/drawing/2017/decorative" val="1"/>
                </a:ext>
              </a:extLst>
            </p:cNvPr>
            <p:cNvSpPr/>
            <p:nvPr/>
          </p:nvSpPr>
          <p:spPr>
            <a:xfrm>
              <a:off x="0" y="-6350"/>
              <a:ext cx="6160393"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Content Placeholder 14">
              <a:extLst>
                <a:ext uri="{FF2B5EF4-FFF2-40B4-BE49-F238E27FC236}">
                  <a16:creationId xmlns:a16="http://schemas.microsoft.com/office/drawing/2014/main" id="{D172E570-D67F-4980-88C2-CF6560C1C193}"/>
                </a:ext>
                <a:ext uri="{C183D7F6-B498-43B3-948B-1728B52AA6E4}">
                  <adec:decorative xmlns:adec="http://schemas.microsoft.com/office/drawing/2017/decorative" val="1"/>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rot="5400000">
              <a:off x="5750267" y="410125"/>
              <a:ext cx="6845628" cy="6025377"/>
            </a:xfrm>
            <a:prstGeom prst="rect">
              <a:avLst/>
            </a:prstGeom>
          </p:spPr>
        </p:pic>
        <p:grpSp>
          <p:nvGrpSpPr>
            <p:cNvPr id="7" name="Group 6">
              <a:extLst>
                <a:ext uri="{FF2B5EF4-FFF2-40B4-BE49-F238E27FC236}">
                  <a16:creationId xmlns:a16="http://schemas.microsoft.com/office/drawing/2014/main" id="{AF90BF68-CF26-6705-CBFD-428BEB787EDB}"/>
                </a:ext>
              </a:extLst>
            </p:cNvPr>
            <p:cNvGrpSpPr/>
            <p:nvPr/>
          </p:nvGrpSpPr>
          <p:grpSpPr>
            <a:xfrm rot="10800000">
              <a:off x="5304704" y="259572"/>
              <a:ext cx="584267" cy="390181"/>
              <a:chOff x="1876516" y="596691"/>
              <a:chExt cx="584267" cy="390181"/>
            </a:xfrm>
          </p:grpSpPr>
          <p:sp>
            <p:nvSpPr>
              <p:cNvPr id="8" name="Oval 7">
                <a:extLst>
                  <a:ext uri="{FF2B5EF4-FFF2-40B4-BE49-F238E27FC236}">
                    <a16:creationId xmlns:a16="http://schemas.microsoft.com/office/drawing/2014/main" id="{1066F635-8DB9-B091-8467-D8F0327217F4}"/>
                  </a:ext>
                  <a:ext uri="{C183D7F6-B498-43B3-948B-1728B52AA6E4}">
                    <adec:decorative xmlns:adec="http://schemas.microsoft.com/office/drawing/2017/decorative" val="1"/>
                  </a:ext>
                </a:extLst>
              </p:cNvPr>
              <p:cNvSpPr/>
              <p:nvPr/>
            </p:nvSpPr>
            <p:spPr>
              <a:xfrm>
                <a:off x="1876516" y="842493"/>
                <a:ext cx="144379" cy="144379"/>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9" name="Graphic 12">
                <a:extLst>
                  <a:ext uri="{FF2B5EF4-FFF2-40B4-BE49-F238E27FC236}">
                    <a16:creationId xmlns:a16="http://schemas.microsoft.com/office/drawing/2014/main" id="{882D2FD3-A05B-400C-6347-115486FFD943}"/>
                  </a:ext>
                  <a:ext uri="{C183D7F6-B498-43B3-948B-1728B52AA6E4}">
                    <adec:decorative xmlns:adec="http://schemas.microsoft.com/office/drawing/2017/decorative" val="1"/>
                  </a:ext>
                </a:extLst>
              </p:cNvPr>
              <p:cNvSpPr/>
              <p:nvPr/>
            </p:nvSpPr>
            <p:spPr>
              <a:xfrm>
                <a:off x="2360199" y="596691"/>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960459F4-C5B9-4070-46D1-2E7DA3EFBFC9}"/>
              </a:ext>
            </a:extLst>
          </p:cNvPr>
          <p:cNvSpPr>
            <a:spLocks noGrp="1"/>
          </p:cNvSpPr>
          <p:nvPr>
            <p:ph type="title"/>
          </p:nvPr>
        </p:nvSpPr>
        <p:spPr>
          <a:xfrm>
            <a:off x="838201" y="365125"/>
            <a:ext cx="4466502" cy="1936866"/>
          </a:xfrm>
        </p:spPr>
        <p:txBody>
          <a:bodyPr anchor="b"/>
          <a:lstStyle>
            <a:lvl1pPr>
              <a:defRPr sz="3200" cap="all" baseline="0">
                <a:solidFill>
                  <a:schemeClr val="accent3">
                    <a:lumMod val="75000"/>
                  </a:schemeClr>
                </a:solidFill>
              </a:defRPr>
            </a:lvl1pPr>
          </a:lstStyle>
          <a:p>
            <a:r>
              <a:rPr lang="en-US"/>
              <a:t>Click to edit Master title style</a:t>
            </a:r>
            <a:endParaRPr lang="en-US" dirty="0"/>
          </a:p>
        </p:txBody>
      </p:sp>
      <p:cxnSp>
        <p:nvCxnSpPr>
          <p:cNvPr id="5" name="Straight Connector 4">
            <a:extLst>
              <a:ext uri="{FF2B5EF4-FFF2-40B4-BE49-F238E27FC236}">
                <a16:creationId xmlns:a16="http://schemas.microsoft.com/office/drawing/2014/main" id="{34F613B1-323C-4C25-4526-1D3313A7161D}"/>
              </a:ext>
              <a:ext uri="{C183D7F6-B498-43B3-948B-1728B52AA6E4}">
                <adec:decorative xmlns:adec="http://schemas.microsoft.com/office/drawing/2017/decorative" val="1"/>
              </a:ext>
            </a:extLst>
          </p:cNvPr>
          <p:cNvCxnSpPr>
            <a:cxnSpLocks/>
          </p:cNvCxnSpPr>
          <p:nvPr userDrawn="1"/>
        </p:nvCxnSpPr>
        <p:spPr>
          <a:xfrm>
            <a:off x="835831" y="2620500"/>
            <a:ext cx="4471665"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3" name="Content Placeholder 12">
            <a:extLst>
              <a:ext uri="{FF2B5EF4-FFF2-40B4-BE49-F238E27FC236}">
                <a16:creationId xmlns:a16="http://schemas.microsoft.com/office/drawing/2014/main" id="{2D2C2143-1936-BBDA-A6A8-40B6DBD16AED}"/>
              </a:ext>
            </a:extLst>
          </p:cNvPr>
          <p:cNvSpPr>
            <a:spLocks noGrp="1"/>
          </p:cNvSpPr>
          <p:nvPr>
            <p:ph sz="quarter" idx="10" hasCustomPrompt="1"/>
          </p:nvPr>
        </p:nvSpPr>
        <p:spPr>
          <a:xfrm>
            <a:off x="838201" y="3097848"/>
            <a:ext cx="4466504" cy="3405187"/>
          </a:xfrm>
        </p:spPr>
        <p:txBody>
          <a:bodyPr/>
          <a:lstStyle>
            <a:lvl1pPr>
              <a:lnSpc>
                <a:spcPct val="120000"/>
              </a:lnSpc>
              <a:spcBef>
                <a:spcPts val="1000"/>
              </a:spcBef>
              <a:spcAft>
                <a:spcPts val="600"/>
              </a:spcAft>
              <a:defRPr sz="1800">
                <a:solidFill>
                  <a:schemeClr val="bg1"/>
                </a:solidFill>
                <a:latin typeface="+mn-lt"/>
              </a:defRPr>
            </a:lvl1pPr>
            <a:lvl2pPr>
              <a:lnSpc>
                <a:spcPct val="120000"/>
              </a:lnSpc>
              <a:spcBef>
                <a:spcPts val="1000"/>
              </a:spcBef>
              <a:spcAft>
                <a:spcPts val="600"/>
              </a:spcAft>
              <a:defRPr sz="1600">
                <a:solidFill>
                  <a:schemeClr val="bg1"/>
                </a:solidFill>
                <a:latin typeface="+mn-lt"/>
              </a:defRPr>
            </a:lvl2pPr>
            <a:lvl3pPr>
              <a:lnSpc>
                <a:spcPct val="120000"/>
              </a:lnSpc>
              <a:spcBef>
                <a:spcPts val="1000"/>
              </a:spcBef>
              <a:spcAft>
                <a:spcPts val="600"/>
              </a:spcAft>
              <a:defRPr sz="1400">
                <a:solidFill>
                  <a:schemeClr val="bg1"/>
                </a:solidFill>
                <a:latin typeface="+mn-lt"/>
              </a:defRPr>
            </a:lvl3pPr>
            <a:lvl4pPr>
              <a:lnSpc>
                <a:spcPct val="120000"/>
              </a:lnSpc>
              <a:spcBef>
                <a:spcPts val="1000"/>
              </a:spcBef>
              <a:spcAft>
                <a:spcPts val="600"/>
              </a:spcAft>
              <a:defRPr sz="1200">
                <a:solidFill>
                  <a:schemeClr val="bg1"/>
                </a:solidFill>
                <a:latin typeface="+mn-lt"/>
              </a:defRPr>
            </a:lvl4pPr>
            <a:lvl5pPr>
              <a:lnSpc>
                <a:spcPct val="120000"/>
              </a:lnSpc>
              <a:spcBef>
                <a:spcPts val="1000"/>
              </a:spcBef>
              <a:spcAft>
                <a:spcPts val="600"/>
              </a:spcAft>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090407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2 column">
    <p:bg>
      <p:bgPr>
        <a:gradFill>
          <a:gsLst>
            <a:gs pos="100000">
              <a:schemeClr val="tx2"/>
            </a:gs>
            <a:gs pos="81000">
              <a:schemeClr val="accent6"/>
            </a:gs>
            <a:gs pos="31000">
              <a:srgbClr val="02090E"/>
            </a:gs>
            <a:gs pos="14000">
              <a:schemeClr val="accent4">
                <a:lumMod val="75000"/>
              </a:schemeClr>
            </a:gs>
            <a:gs pos="0">
              <a:schemeClr val="accent4"/>
            </a:gs>
          </a:gsLst>
          <a:lin ang="126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EB5B81B-FCE8-FE9C-8F0A-6488B25F0F6A}"/>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21869" y="579120"/>
            <a:ext cx="11548261" cy="2733306"/>
          </a:xfrm>
        </p:spPr>
        <p:txBody>
          <a:bodyPr anchor="b">
            <a:noAutofit/>
          </a:bodyPr>
          <a:lstStyle>
            <a:lvl1pPr algn="ctr">
              <a:defRPr sz="3200" cap="all" spc="300" baseline="0"/>
            </a:lvl1pPr>
          </a:lstStyle>
          <a:p>
            <a:r>
              <a:rPr lang="en-US" dirty="0"/>
              <a:t>Click to add title</a:t>
            </a:r>
          </a:p>
        </p:txBody>
      </p:sp>
      <p:sp>
        <p:nvSpPr>
          <p:cNvPr id="7" name="Subtitle 2">
            <a:extLst>
              <a:ext uri="{FF2B5EF4-FFF2-40B4-BE49-F238E27FC236}">
                <a16:creationId xmlns:a16="http://schemas.microsoft.com/office/drawing/2014/main" id="{5F877C2F-8190-18D9-5D24-5BD7B05A29F8}"/>
              </a:ext>
            </a:extLst>
          </p:cNvPr>
          <p:cNvSpPr>
            <a:spLocks noGrp="1"/>
          </p:cNvSpPr>
          <p:nvPr>
            <p:ph type="subTitle" idx="1" hasCustomPrompt="1"/>
          </p:nvPr>
        </p:nvSpPr>
        <p:spPr>
          <a:xfrm>
            <a:off x="321868" y="3484615"/>
            <a:ext cx="11562303" cy="2387865"/>
          </a:xfrm>
        </p:spPr>
        <p:txBody>
          <a:bodyPr>
            <a:noAutofit/>
          </a:bodyPr>
          <a:lstStyle>
            <a:lvl1pPr marL="0" indent="0" algn="ctr">
              <a:buNone/>
              <a:defRPr sz="60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86865902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a:gsLst>
            <a:gs pos="100000">
              <a:schemeClr val="tx2"/>
            </a:gs>
            <a:gs pos="79000">
              <a:schemeClr val="accent6"/>
            </a:gs>
            <a:gs pos="31000">
              <a:srgbClr val="02090E"/>
            </a:gs>
            <a:gs pos="14000">
              <a:schemeClr val="accent4">
                <a:lumMod val="75000"/>
              </a:schemeClr>
            </a:gs>
            <a:gs pos="0">
              <a:schemeClr val="accent4"/>
            </a:gs>
          </a:gsLst>
          <a:lin ang="5400000" scaled="0"/>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64209F-41AB-70E5-1B9E-7490900C59C9}"/>
              </a:ext>
              <a:ext uri="{C183D7F6-B498-43B3-948B-1728B52AA6E4}">
                <adec:decorative xmlns:adec="http://schemas.microsoft.com/office/drawing/2017/decorative" val="1"/>
              </a:ext>
            </a:extLst>
          </p:cNvPr>
          <p:cNvSpPr/>
          <p:nvPr userDrawn="1"/>
        </p:nvSpPr>
        <p:spPr>
          <a:xfrm>
            <a:off x="2" y="1"/>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032D3409-585B-54E2-1DCC-AC58804E4AE7}"/>
              </a:ext>
              <a:ext uri="{C183D7F6-B498-43B3-948B-1728B52AA6E4}">
                <adec:decorative xmlns:adec="http://schemas.microsoft.com/office/drawing/2017/decorative" val="1"/>
              </a:ext>
            </a:extLst>
          </p:cNvPr>
          <p:cNvSpPr/>
          <p:nvPr userDrawn="1"/>
        </p:nvSpPr>
        <p:spPr>
          <a:xfrm>
            <a:off x="1" y="-6350"/>
            <a:ext cx="6096000"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99891" y="511762"/>
            <a:ext cx="4960830" cy="2785158"/>
          </a:xfrm>
        </p:spPr>
        <p:txBody>
          <a:bodyPr anchor="b">
            <a:noAutofit/>
          </a:bodyPr>
          <a:lstStyle>
            <a:lvl1pPr algn="l">
              <a:defRPr sz="2400" cap="all" spc="300" baseline="0"/>
            </a:lvl1pPr>
          </a:lstStyle>
          <a:p>
            <a:r>
              <a:rPr lang="en-US" dirty="0"/>
              <a:t>Click to add title</a:t>
            </a:r>
          </a:p>
        </p:txBody>
      </p:sp>
      <p:sp>
        <p:nvSpPr>
          <p:cNvPr id="8" name="Subtitle 2">
            <a:extLst>
              <a:ext uri="{FF2B5EF4-FFF2-40B4-BE49-F238E27FC236}">
                <a16:creationId xmlns:a16="http://schemas.microsoft.com/office/drawing/2014/main" id="{E47B8A5C-E279-DB0B-E9D3-927417876125}"/>
              </a:ext>
            </a:extLst>
          </p:cNvPr>
          <p:cNvSpPr>
            <a:spLocks noGrp="1"/>
          </p:cNvSpPr>
          <p:nvPr>
            <p:ph type="subTitle" idx="1" hasCustomPrompt="1"/>
          </p:nvPr>
        </p:nvSpPr>
        <p:spPr>
          <a:xfrm>
            <a:off x="802640" y="3484615"/>
            <a:ext cx="4958081" cy="2387865"/>
          </a:xfrm>
        </p:spPr>
        <p:txBody>
          <a:bodyPr>
            <a:noAutofit/>
          </a:bodyPr>
          <a:lstStyle>
            <a:lvl1pPr marL="0" indent="0" algn="l">
              <a:buNone/>
              <a:defRPr sz="32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icture Placeholder 9">
            <a:extLst>
              <a:ext uri="{FF2B5EF4-FFF2-40B4-BE49-F238E27FC236}">
                <a16:creationId xmlns:a16="http://schemas.microsoft.com/office/drawing/2014/main" id="{D386C402-C5C5-2A54-C618-62673AD93CB4}"/>
              </a:ext>
            </a:extLst>
          </p:cNvPr>
          <p:cNvSpPr>
            <a:spLocks noGrp="1"/>
          </p:cNvSpPr>
          <p:nvPr>
            <p:ph type="pic" sz="quarter" idx="13"/>
          </p:nvPr>
        </p:nvSpPr>
        <p:spPr>
          <a:xfrm>
            <a:off x="6497638" y="336550"/>
            <a:ext cx="5322887" cy="6184900"/>
          </a:xfrm>
        </p:spPr>
        <p:txBody>
          <a:bodyPr/>
          <a:lstStyle>
            <a:lvl1pPr algn="ctr">
              <a:defRPr sz="2000"/>
            </a:lvl1pPr>
          </a:lstStyle>
          <a:p>
            <a:r>
              <a:rPr lang="en-US"/>
              <a:t>Click icon to add picture</a:t>
            </a:r>
            <a:endParaRPr lang="en-US" dirty="0"/>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6832185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and 2 column">
    <p:bg>
      <p:bgPr>
        <a:gradFill>
          <a:gsLst>
            <a:gs pos="100000">
              <a:schemeClr val="tx2"/>
            </a:gs>
            <a:gs pos="79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pic>
        <p:nvPicPr>
          <p:cNvPr id="4" name="Content Placeholder 14">
            <a:extLst>
              <a:ext uri="{FF2B5EF4-FFF2-40B4-BE49-F238E27FC236}">
                <a16:creationId xmlns:a16="http://schemas.microsoft.com/office/drawing/2014/main" id="{318CE367-BBCB-F4AB-635F-4C9995EAE35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6350"/>
            <a:ext cx="2356339" cy="6853863"/>
          </a:xfrm>
          <a:prstGeom prst="rect">
            <a:avLst/>
          </a:prstGeom>
        </p:spPr>
      </p:pic>
      <p:sp>
        <p:nvSpPr>
          <p:cNvPr id="5" name="Rectangle 4">
            <a:extLst>
              <a:ext uri="{FF2B5EF4-FFF2-40B4-BE49-F238E27FC236}">
                <a16:creationId xmlns:a16="http://schemas.microsoft.com/office/drawing/2014/main" id="{5CE3FBBA-81E2-31F1-EF51-02706B5B5C0A}"/>
              </a:ext>
              <a:ext uri="{C183D7F6-B498-43B3-948B-1728B52AA6E4}">
                <adec:decorative xmlns:adec="http://schemas.microsoft.com/office/drawing/2017/decorative" val="1"/>
              </a:ext>
            </a:extLst>
          </p:cNvPr>
          <p:cNvSpPr/>
          <p:nvPr userDrawn="1"/>
        </p:nvSpPr>
        <p:spPr>
          <a:xfrm>
            <a:off x="2356339" y="-6350"/>
            <a:ext cx="983180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6" name="Straight Connector 5">
            <a:extLst>
              <a:ext uri="{FF2B5EF4-FFF2-40B4-BE49-F238E27FC236}">
                <a16:creationId xmlns:a16="http://schemas.microsoft.com/office/drawing/2014/main" id="{9AD3746D-3CD1-FFA5-0019-AD0C588B1924}"/>
              </a:ext>
              <a:ext uri="{C183D7F6-B498-43B3-948B-1728B52AA6E4}">
                <adec:decorative xmlns:adec="http://schemas.microsoft.com/office/drawing/2017/decorative" val="1"/>
              </a:ext>
            </a:extLst>
          </p:cNvPr>
          <p:cNvCxnSpPr>
            <a:cxnSpLocks/>
          </p:cNvCxnSpPr>
          <p:nvPr userDrawn="1"/>
        </p:nvCxnSpPr>
        <p:spPr>
          <a:xfrm>
            <a:off x="3305669" y="2002443"/>
            <a:ext cx="7922116"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305669" y="113097"/>
            <a:ext cx="7420819" cy="16563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3" name="Content Placeholder 12">
            <a:extLst>
              <a:ext uri="{FF2B5EF4-FFF2-40B4-BE49-F238E27FC236}">
                <a16:creationId xmlns:a16="http://schemas.microsoft.com/office/drawing/2014/main" id="{B9624CF4-7769-4663-3361-39136F5E20C8}"/>
              </a:ext>
            </a:extLst>
          </p:cNvPr>
          <p:cNvSpPr>
            <a:spLocks noGrp="1"/>
          </p:cNvSpPr>
          <p:nvPr>
            <p:ph sz="quarter" idx="31" hasCustomPrompt="1"/>
          </p:nvPr>
        </p:nvSpPr>
        <p:spPr>
          <a:xfrm>
            <a:off x="3305669" y="2470150"/>
            <a:ext cx="7420819" cy="3676649"/>
          </a:xfrm>
        </p:spPr>
        <p:txBody>
          <a:bodyPr/>
          <a:lstStyle>
            <a:lvl1pPr marL="285750" indent="-285750">
              <a:lnSpc>
                <a:spcPct val="120000"/>
              </a:lnSpc>
              <a:spcBef>
                <a:spcPts val="1000"/>
              </a:spcBef>
              <a:spcAft>
                <a:spcPts val="600"/>
              </a:spcAft>
              <a:buClr>
                <a:schemeClr val="accent3"/>
              </a:buClr>
              <a:buFont typeface="Arial" panose="020B0604020202020204" pitchFamily="34" charset="0"/>
              <a:buChar char="•"/>
              <a:defRPr sz="1800">
                <a:solidFill>
                  <a:schemeClr val="bg1"/>
                </a:solidFill>
                <a:latin typeface="+mn-lt"/>
              </a:defRPr>
            </a:lvl1pPr>
            <a:lvl2pPr marL="800100" indent="-342900">
              <a:lnSpc>
                <a:spcPct val="120000"/>
              </a:lnSpc>
              <a:spcBef>
                <a:spcPts val="1000"/>
              </a:spcBef>
              <a:spcAft>
                <a:spcPts val="600"/>
              </a:spcAft>
              <a:buClr>
                <a:schemeClr val="accent3"/>
              </a:buClr>
              <a:buFont typeface="Arial" panose="020B0604020202020204" pitchFamily="34" charset="0"/>
              <a:buChar char="•"/>
              <a:defRPr sz="1600">
                <a:solidFill>
                  <a:schemeClr val="bg1"/>
                </a:solidFill>
                <a:latin typeface="+mn-lt"/>
              </a:defRPr>
            </a:lvl2pPr>
            <a:lvl3pPr marL="1257300" indent="-342900">
              <a:lnSpc>
                <a:spcPct val="120000"/>
              </a:lnSpc>
              <a:spcBef>
                <a:spcPts val="1000"/>
              </a:spcBef>
              <a:spcAft>
                <a:spcPts val="600"/>
              </a:spcAft>
              <a:buClr>
                <a:schemeClr val="accent3"/>
              </a:buClr>
              <a:buFont typeface="Arial" panose="020B0604020202020204" pitchFamily="34" charset="0"/>
              <a:buChar char="•"/>
              <a:defRPr sz="1400">
                <a:solidFill>
                  <a:schemeClr val="bg1"/>
                </a:solidFill>
                <a:latin typeface="+mn-lt"/>
              </a:defRPr>
            </a:lvl3pPr>
            <a:lvl4pPr marL="16573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4pPr>
            <a:lvl5pPr marL="21145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0280267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361F2FA-20C7-5447-C138-CE2CA1867FE7}"/>
              </a:ext>
              <a:ext uri="{C183D7F6-B498-43B3-948B-1728B52AA6E4}">
                <adec:decorative xmlns:adec="http://schemas.microsoft.com/office/drawing/2017/decorative" val="1"/>
              </a:ext>
            </a:extLst>
          </p:cNvPr>
          <p:cNvGrpSpPr/>
          <p:nvPr userDrawn="1"/>
        </p:nvGrpSpPr>
        <p:grpSpPr>
          <a:xfrm>
            <a:off x="3" y="2"/>
            <a:ext cx="12191997" cy="6857998"/>
            <a:chOff x="3" y="2"/>
            <a:chExt cx="12191997" cy="6857998"/>
          </a:xfrm>
        </p:grpSpPr>
        <p:sp>
          <p:nvSpPr>
            <p:cNvPr id="21" name="Rectangle 20">
              <a:extLst>
                <a:ext uri="{FF2B5EF4-FFF2-40B4-BE49-F238E27FC236}">
                  <a16:creationId xmlns:a16="http://schemas.microsoft.com/office/drawing/2014/main" id="{DFEDD626-82E4-71C6-25F1-CDA46B7B3F39}"/>
                </a:ext>
              </a:extLst>
            </p:cNvPr>
            <p:cNvSpPr/>
            <p:nvPr/>
          </p:nvSpPr>
          <p:spPr>
            <a:xfrm>
              <a:off x="3" y="2"/>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CDC952AF-CE06-54F7-CB4A-1722F90AC3DF}"/>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 y="2"/>
              <a:ext cx="12191994" cy="6857996"/>
            </a:xfrm>
            <a:prstGeom prst="rect">
              <a:avLst/>
            </a:prstGeom>
          </p:spPr>
        </p:pic>
        <p:grpSp>
          <p:nvGrpSpPr>
            <p:cNvPr id="11" name="Group 10">
              <a:extLst>
                <a:ext uri="{FF2B5EF4-FFF2-40B4-BE49-F238E27FC236}">
                  <a16:creationId xmlns:a16="http://schemas.microsoft.com/office/drawing/2014/main" id="{6E6EDFF3-843B-AAE9-DB73-423142606F52}"/>
                </a:ext>
              </a:extLst>
            </p:cNvPr>
            <p:cNvGrpSpPr/>
            <p:nvPr/>
          </p:nvGrpSpPr>
          <p:grpSpPr>
            <a:xfrm rot="5400000">
              <a:off x="1645776" y="1222395"/>
              <a:ext cx="431603" cy="412684"/>
              <a:chOff x="1870859" y="869908"/>
              <a:chExt cx="431603" cy="412684"/>
            </a:xfrm>
          </p:grpSpPr>
          <p:sp>
            <p:nvSpPr>
              <p:cNvPr id="12" name="Graphic 15">
                <a:extLst>
                  <a:ext uri="{FF2B5EF4-FFF2-40B4-BE49-F238E27FC236}">
                    <a16:creationId xmlns:a16="http://schemas.microsoft.com/office/drawing/2014/main" id="{312F4F85-6C79-201D-E20D-64CD4728E4C8}"/>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01D71DAD-ECC6-A850-88E4-A4EDCF494A24}"/>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14" name="Group 13">
              <a:extLst>
                <a:ext uri="{FF2B5EF4-FFF2-40B4-BE49-F238E27FC236}">
                  <a16:creationId xmlns:a16="http://schemas.microsoft.com/office/drawing/2014/main" id="{C632CC6D-6024-2368-8EBA-4B7A2D6428BC}"/>
                </a:ext>
              </a:extLst>
            </p:cNvPr>
            <p:cNvGrpSpPr/>
            <p:nvPr/>
          </p:nvGrpSpPr>
          <p:grpSpPr>
            <a:xfrm rot="20626702">
              <a:off x="10248169" y="5448942"/>
              <a:ext cx="431603" cy="412684"/>
              <a:chOff x="1870859" y="869908"/>
              <a:chExt cx="431603" cy="412684"/>
            </a:xfrm>
          </p:grpSpPr>
          <p:sp>
            <p:nvSpPr>
              <p:cNvPr id="6" name="Graphic 15">
                <a:extLst>
                  <a:ext uri="{FF2B5EF4-FFF2-40B4-BE49-F238E27FC236}">
                    <a16:creationId xmlns:a16="http://schemas.microsoft.com/office/drawing/2014/main" id="{B05BE7BE-7D54-A09B-8A67-6B28CF6BB6C0}"/>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7" name="Graphic 12">
                <a:extLst>
                  <a:ext uri="{FF2B5EF4-FFF2-40B4-BE49-F238E27FC236}">
                    <a16:creationId xmlns:a16="http://schemas.microsoft.com/office/drawing/2014/main" id="{258346A9-F75C-6704-EEED-CF7A8A0F8010}"/>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782CC39D-03B1-4933-F236-462B5862EBEC}"/>
              </a:ext>
            </a:extLst>
          </p:cNvPr>
          <p:cNvSpPr>
            <a:spLocks noGrp="1"/>
          </p:cNvSpPr>
          <p:nvPr>
            <p:ph type="title"/>
          </p:nvPr>
        </p:nvSpPr>
        <p:spPr>
          <a:xfrm>
            <a:off x="2932448" y="264160"/>
            <a:ext cx="6327105" cy="3373973"/>
          </a:xfrm>
        </p:spPr>
        <p:txBody>
          <a:bodyPr anchor="b"/>
          <a:lstStyle>
            <a:lvl1pPr algn="ctr">
              <a:defRPr sz="3200" cap="all" spc="600" baseline="0">
                <a:solidFill>
                  <a:schemeClr val="accent3">
                    <a:lumMod val="75000"/>
                  </a:schemeClr>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F711CA51-49DC-62CA-F147-F286B1C9DBD9}"/>
              </a:ext>
            </a:extLst>
          </p:cNvPr>
          <p:cNvSpPr>
            <a:spLocks noGrp="1"/>
          </p:cNvSpPr>
          <p:nvPr>
            <p:ph type="subTitle" idx="1" hasCustomPrompt="1"/>
          </p:nvPr>
        </p:nvSpPr>
        <p:spPr>
          <a:xfrm>
            <a:off x="2932448" y="3962135"/>
            <a:ext cx="6327105" cy="2653771"/>
          </a:xfrm>
        </p:spPr>
        <p:txBody>
          <a:bodyPr>
            <a:noAutofit/>
          </a:bodyPr>
          <a:lstStyle>
            <a:lvl1pPr marL="0" indent="0" algn="ctr">
              <a:buNone/>
              <a:defRPr sz="1800" b="0" i="0" cap="all" spc="300" baseline="0">
                <a:solidFill>
                  <a:schemeClr val="bg1"/>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11183414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C7D5518-914C-92E3-E9EC-26752C9F05AD}"/>
              </a:ext>
              <a:ext uri="{C183D7F6-B498-43B3-948B-1728B52AA6E4}">
                <adec:decorative xmlns:adec="http://schemas.microsoft.com/office/drawing/2017/decorative" val="1"/>
              </a:ext>
            </a:extLst>
          </p:cNvPr>
          <p:cNvGrpSpPr/>
          <p:nvPr userDrawn="1"/>
        </p:nvGrpSpPr>
        <p:grpSpPr>
          <a:xfrm>
            <a:off x="-1" y="-6350"/>
            <a:ext cx="12192000" cy="6864350"/>
            <a:chOff x="-1" y="-6350"/>
            <a:chExt cx="12192000" cy="6864350"/>
          </a:xfrm>
        </p:grpSpPr>
        <p:sp>
          <p:nvSpPr>
            <p:cNvPr id="4" name="Rectangle 3">
              <a:extLst>
                <a:ext uri="{FF2B5EF4-FFF2-40B4-BE49-F238E27FC236}">
                  <a16:creationId xmlns:a16="http://schemas.microsoft.com/office/drawing/2014/main" id="{C82D0B82-F74C-65EF-3BF6-8EEA16F36B7D}"/>
                </a:ext>
                <a:ext uri="{C183D7F6-B498-43B3-948B-1728B52AA6E4}">
                  <adec:decorative xmlns:adec="http://schemas.microsoft.com/office/drawing/2017/decorative" val="1"/>
                </a:ext>
              </a:extLst>
            </p:cNvPr>
            <p:cNvSpPr/>
            <p:nvPr/>
          </p:nvSpPr>
          <p:spPr>
            <a:xfrm>
              <a:off x="1428750" y="-6350"/>
              <a:ext cx="10763249"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Picture 5" descr="A blue and purple spiral&#10;&#10;Description automatically generated">
              <a:extLst>
                <a:ext uri="{FF2B5EF4-FFF2-40B4-BE49-F238E27FC236}">
                  <a16:creationId xmlns:a16="http://schemas.microsoft.com/office/drawing/2014/main" id="{44E12326-9CF4-38EC-1BAF-1F994F22089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93"/>
            <a:stretch/>
          </p:blipFill>
          <p:spPr>
            <a:xfrm flipH="1">
              <a:off x="-1" y="0"/>
              <a:ext cx="1428751" cy="6858000"/>
            </a:xfrm>
            <a:prstGeom prst="rect">
              <a:avLst/>
            </a:prstGeom>
          </p:spPr>
        </p:pic>
        <p:grpSp>
          <p:nvGrpSpPr>
            <p:cNvPr id="7" name="Group 6">
              <a:extLst>
                <a:ext uri="{FF2B5EF4-FFF2-40B4-BE49-F238E27FC236}">
                  <a16:creationId xmlns:a16="http://schemas.microsoft.com/office/drawing/2014/main" id="{AD5C1D9C-B114-FC6A-9213-7287D39EAD9F}"/>
                </a:ext>
              </a:extLst>
            </p:cNvPr>
            <p:cNvGrpSpPr/>
            <p:nvPr/>
          </p:nvGrpSpPr>
          <p:grpSpPr>
            <a:xfrm>
              <a:off x="10649689" y="4382998"/>
              <a:ext cx="754139" cy="1865729"/>
              <a:chOff x="653351" y="2693558"/>
              <a:chExt cx="754139" cy="1865729"/>
            </a:xfrm>
          </p:grpSpPr>
          <p:sp>
            <p:nvSpPr>
              <p:cNvPr id="11" name="Graphic 15">
                <a:extLst>
                  <a:ext uri="{FF2B5EF4-FFF2-40B4-BE49-F238E27FC236}">
                    <a16:creationId xmlns:a16="http://schemas.microsoft.com/office/drawing/2014/main" id="{2BC89B10-C93E-8CE5-73B3-F6049168C313}"/>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9DB2AA2-9661-AC91-932D-2F1BEC47BD8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86C9AC9B-3792-E880-03FE-D46FB046AB6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8" name="Group 7">
              <a:extLst>
                <a:ext uri="{FF2B5EF4-FFF2-40B4-BE49-F238E27FC236}">
                  <a16:creationId xmlns:a16="http://schemas.microsoft.com/office/drawing/2014/main" id="{1142A133-65D6-D958-C0CD-E8D45B9BD7BB}"/>
                </a:ext>
              </a:extLst>
            </p:cNvPr>
            <p:cNvGrpSpPr/>
            <p:nvPr/>
          </p:nvGrpSpPr>
          <p:grpSpPr>
            <a:xfrm>
              <a:off x="1870859" y="869908"/>
              <a:ext cx="431603" cy="412684"/>
              <a:chOff x="1870859" y="869908"/>
              <a:chExt cx="431603" cy="412684"/>
            </a:xfrm>
          </p:grpSpPr>
          <p:sp>
            <p:nvSpPr>
              <p:cNvPr id="9" name="Graphic 15">
                <a:extLst>
                  <a:ext uri="{FF2B5EF4-FFF2-40B4-BE49-F238E27FC236}">
                    <a16:creationId xmlns:a16="http://schemas.microsoft.com/office/drawing/2014/main" id="{A746B023-387D-4EAC-052B-60F131E6E707}"/>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0" name="Graphic 12">
                <a:extLst>
                  <a:ext uri="{FF2B5EF4-FFF2-40B4-BE49-F238E27FC236}">
                    <a16:creationId xmlns:a16="http://schemas.microsoft.com/office/drawing/2014/main" id="{20760125-21CF-A296-3EA7-3C6C0E9BCB2F}"/>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cxnSp>
        <p:nvCxnSpPr>
          <p:cNvPr id="14" name="Straight Connector 13">
            <a:extLst>
              <a:ext uri="{FF2B5EF4-FFF2-40B4-BE49-F238E27FC236}">
                <a16:creationId xmlns:a16="http://schemas.microsoft.com/office/drawing/2014/main" id="{7F851D11-41E3-33F2-CBA6-B2A9A5A2A517}"/>
              </a:ext>
              <a:ext uri="{C183D7F6-B498-43B3-948B-1728B52AA6E4}">
                <adec:decorative xmlns:adec="http://schemas.microsoft.com/office/drawing/2017/decorative" val="1"/>
              </a:ext>
            </a:extLst>
          </p:cNvPr>
          <p:cNvCxnSpPr>
            <a:cxnSpLocks/>
          </p:cNvCxnSpPr>
          <p:nvPr userDrawn="1"/>
        </p:nvCxnSpPr>
        <p:spPr>
          <a:xfrm>
            <a:off x="2369139" y="2002443"/>
            <a:ext cx="88735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2399620" y="162560"/>
            <a:ext cx="8843050" cy="16169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2373002" y="2474811"/>
            <a:ext cx="4015098"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21" name="Content Placeholder 4">
            <a:extLst>
              <a:ext uri="{FF2B5EF4-FFF2-40B4-BE49-F238E27FC236}">
                <a16:creationId xmlns:a16="http://schemas.microsoft.com/office/drawing/2014/main" id="{D77F99A7-26FA-422E-43E9-C76B4A56E44A}"/>
              </a:ext>
            </a:extLst>
          </p:cNvPr>
          <p:cNvSpPr>
            <a:spLocks noGrp="1"/>
          </p:cNvSpPr>
          <p:nvPr>
            <p:ph sz="quarter" idx="36" hasCustomPrompt="1"/>
          </p:nvPr>
        </p:nvSpPr>
        <p:spPr>
          <a:xfrm>
            <a:off x="6995159" y="2474811"/>
            <a:ext cx="4227332"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2758284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3A7247A-846A-F316-B494-69B42CBF34DD}"/>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884B3AF6-983E-0901-0045-6CDF4E93E1BA}"/>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3C5B7647-403E-A66E-6CF4-0D3A99AA5154}"/>
              </a:ext>
              <a:ext uri="{C183D7F6-B498-43B3-948B-1728B52AA6E4}">
                <adec:decorative xmlns:adec="http://schemas.microsoft.com/office/drawing/2017/decorative" val="1"/>
              </a:ext>
            </a:extLst>
          </p:cNvPr>
          <p:cNvGrpSpPr/>
          <p:nvPr userDrawn="1"/>
        </p:nvGrpSpPr>
        <p:grpSpPr>
          <a:xfrm rot="10800000" flipH="1">
            <a:off x="10488530" y="4210019"/>
            <a:ext cx="754139" cy="1865729"/>
            <a:chOff x="653351" y="2693558"/>
            <a:chExt cx="754139" cy="1865729"/>
          </a:xfrm>
        </p:grpSpPr>
        <p:sp>
          <p:nvSpPr>
            <p:cNvPr id="10" name="Graphic 15">
              <a:extLst>
                <a:ext uri="{FF2B5EF4-FFF2-40B4-BE49-F238E27FC236}">
                  <a16:creationId xmlns:a16="http://schemas.microsoft.com/office/drawing/2014/main" id="{E48E731E-FEF1-9C59-64B0-9CB6E8853912}"/>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1" name="Graphic 12">
              <a:extLst>
                <a:ext uri="{FF2B5EF4-FFF2-40B4-BE49-F238E27FC236}">
                  <a16:creationId xmlns:a16="http://schemas.microsoft.com/office/drawing/2014/main" id="{AFE83BB3-4D12-8E20-CA93-1834D7F0A43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EB1D810-BC05-6C0E-0DE4-3604EBAADCC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41680" y="430482"/>
            <a:ext cx="10500989"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807038" y="2465539"/>
            <a:ext cx="3774587" cy="3723753"/>
          </a:xfrm>
        </p:spPr>
        <p:txBody>
          <a:bodyPr/>
          <a:lstStyle>
            <a:lvl1pPr marL="342900" indent="-342900">
              <a:lnSpc>
                <a:spcPct val="120000"/>
              </a:lnSpc>
              <a:spcBef>
                <a:spcPts val="1000"/>
              </a:spcBef>
              <a:buClr>
                <a:schemeClr val="accent3">
                  <a:lumMod val="75000"/>
                </a:schemeClr>
              </a:buClr>
              <a:buFont typeface="+mj-lt"/>
              <a:buAutoNum type="arabicPeriod"/>
              <a:defRPr sz="1800" spc="0" baseline="0">
                <a:solidFill>
                  <a:schemeClr val="bg1"/>
                </a:solidFill>
                <a:latin typeface="+mn-lt"/>
              </a:defRPr>
            </a:lvl1pPr>
            <a:lvl2pPr marL="626364" indent="-342900">
              <a:lnSpc>
                <a:spcPct val="120000"/>
              </a:lnSpc>
              <a:spcBef>
                <a:spcPts val="1000"/>
              </a:spcBef>
              <a:buClr>
                <a:schemeClr val="accent3">
                  <a:lumMod val="75000"/>
                </a:schemeClr>
              </a:buClr>
              <a:buFont typeface="+mj-lt"/>
              <a:buAutoNum type="alphaLcPeriod"/>
              <a:defRPr sz="1800" spc="0">
                <a:solidFill>
                  <a:schemeClr val="bg1"/>
                </a:solidFill>
                <a:latin typeface="+mn-lt"/>
              </a:defRPr>
            </a:lvl2pPr>
            <a:lvl3pPr marL="918972" indent="-342900">
              <a:lnSpc>
                <a:spcPct val="120000"/>
              </a:lnSpc>
              <a:spcBef>
                <a:spcPts val="1000"/>
              </a:spcBef>
              <a:buClr>
                <a:schemeClr val="accent3">
                  <a:lumMod val="75000"/>
                </a:schemeClr>
              </a:buClr>
              <a:buFont typeface="+mj-lt"/>
              <a:buAutoNum type="arabicParenR"/>
              <a:defRPr sz="1800" spc="0">
                <a:solidFill>
                  <a:schemeClr val="bg1"/>
                </a:solidFill>
                <a:latin typeface="+mn-lt"/>
              </a:defRPr>
            </a:lvl3pPr>
            <a:lvl4pPr marL="1209294" indent="-342900">
              <a:lnSpc>
                <a:spcPct val="120000"/>
              </a:lnSpc>
              <a:spcBef>
                <a:spcPts val="1000"/>
              </a:spcBef>
              <a:buClr>
                <a:schemeClr val="accent3">
                  <a:lumMod val="75000"/>
                </a:schemeClr>
              </a:buClr>
              <a:buFont typeface="+mj-lt"/>
              <a:buAutoNum type="alphaLcParen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4927600" y="2465539"/>
            <a:ext cx="6315069" cy="3723753"/>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9662227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 column">
    <p:bg>
      <p:bgPr>
        <a:gradFill>
          <a:gsLst>
            <a:gs pos="100000">
              <a:schemeClr val="tx2"/>
            </a:gs>
            <a:gs pos="81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23B0D0-B01D-0BB0-6127-A878BE49D18E}"/>
              </a:ext>
              <a:ext uri="{C183D7F6-B498-43B3-948B-1728B52AA6E4}">
                <adec:decorative xmlns:adec="http://schemas.microsoft.com/office/drawing/2017/decorative" val="1"/>
              </a:ext>
            </a:extLst>
          </p:cNvPr>
          <p:cNvSpPr/>
          <p:nvPr userDrawn="1"/>
        </p:nvSpPr>
        <p:spPr>
          <a:xfrm>
            <a:off x="6039728" y="-6350"/>
            <a:ext cx="6154615"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6889627" y="173736"/>
            <a:ext cx="4352662" cy="220370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Picture Placeholder 9">
            <a:extLst>
              <a:ext uri="{FF2B5EF4-FFF2-40B4-BE49-F238E27FC236}">
                <a16:creationId xmlns:a16="http://schemas.microsoft.com/office/drawing/2014/main" id="{6C363351-4779-B42E-ED7A-C4AF2920BABC}"/>
              </a:ext>
            </a:extLst>
          </p:cNvPr>
          <p:cNvSpPr>
            <a:spLocks noGrp="1"/>
          </p:cNvSpPr>
          <p:nvPr>
            <p:ph type="pic" sz="quarter" idx="37"/>
          </p:nvPr>
        </p:nvSpPr>
        <p:spPr>
          <a:xfrm>
            <a:off x="336550" y="336550"/>
            <a:ext cx="5303640" cy="6184900"/>
          </a:xfrm>
        </p:spPr>
        <p:txBody>
          <a:bodyPr/>
          <a:lstStyle>
            <a:lvl1pPr algn="ctr">
              <a:defRPr sz="2000"/>
            </a:lvl1pPr>
          </a:lstStyle>
          <a:p>
            <a:r>
              <a:rPr lang="en-US"/>
              <a:t>Click icon to add picture</a:t>
            </a:r>
            <a:endParaRPr lang="en-US" dirty="0"/>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6889627" y="3104277"/>
            <a:ext cx="4371560" cy="3022201"/>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cxnSp>
        <p:nvCxnSpPr>
          <p:cNvPr id="4" name="Straight Connector 3">
            <a:extLst>
              <a:ext uri="{FF2B5EF4-FFF2-40B4-BE49-F238E27FC236}">
                <a16:creationId xmlns:a16="http://schemas.microsoft.com/office/drawing/2014/main" id="{F0712911-615E-724B-FC0F-996291526D31}"/>
              </a:ext>
              <a:ext uri="{C183D7F6-B498-43B3-948B-1728B52AA6E4}">
                <adec:decorative xmlns:adec="http://schemas.microsoft.com/office/drawing/2017/decorative" val="1"/>
              </a:ext>
            </a:extLst>
          </p:cNvPr>
          <p:cNvCxnSpPr>
            <a:cxnSpLocks/>
          </p:cNvCxnSpPr>
          <p:nvPr userDrawn="1"/>
        </p:nvCxnSpPr>
        <p:spPr>
          <a:xfrm>
            <a:off x="6889627" y="2679480"/>
            <a:ext cx="4352662"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30826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and 2 column">
    <p:bg>
      <p:bgPr>
        <a:gradFill>
          <a:gsLst>
            <a:gs pos="100000">
              <a:schemeClr val="tx2"/>
            </a:gs>
            <a:gs pos="81000">
              <a:schemeClr val="accent6"/>
            </a:gs>
            <a:gs pos="55000">
              <a:srgbClr val="02090E"/>
            </a:gs>
            <a:gs pos="14000">
              <a:schemeClr val="accent4">
                <a:lumMod val="75000"/>
              </a:schemeClr>
            </a:gs>
            <a:gs pos="0">
              <a:schemeClr val="accent4"/>
            </a:gs>
          </a:gsLst>
          <a:lin ang="27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FFF0E2-6B47-67EB-D6AA-D972E7B7C367}"/>
              </a:ext>
              <a:ext uri="{C183D7F6-B498-43B3-948B-1728B52AA6E4}">
                <adec:decorative xmlns:adec="http://schemas.microsoft.com/office/drawing/2017/decorative" val="1"/>
              </a:ext>
            </a:extLst>
          </p:cNvPr>
          <p:cNvSpPr/>
          <p:nvPr userDrawn="1"/>
        </p:nvSpPr>
        <p:spPr>
          <a:xfrm>
            <a:off x="0" y="-6350"/>
            <a:ext cx="464695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cxnSp>
        <p:nvCxnSpPr>
          <p:cNvPr id="4" name="Straight Connector 3">
            <a:extLst>
              <a:ext uri="{FF2B5EF4-FFF2-40B4-BE49-F238E27FC236}">
                <a16:creationId xmlns:a16="http://schemas.microsoft.com/office/drawing/2014/main" id="{94827F6F-999F-23E9-8C09-325D1A76B07A}"/>
              </a:ext>
              <a:ext uri="{C183D7F6-B498-43B3-948B-1728B52AA6E4}">
                <adec:decorative xmlns:adec="http://schemas.microsoft.com/office/drawing/2017/decorative" val="1"/>
              </a:ext>
            </a:extLst>
          </p:cNvPr>
          <p:cNvCxnSpPr>
            <a:cxnSpLocks/>
          </p:cNvCxnSpPr>
          <p:nvPr userDrawn="1"/>
        </p:nvCxnSpPr>
        <p:spPr>
          <a:xfrm>
            <a:off x="835831" y="2680134"/>
            <a:ext cx="3114078"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171396"/>
            <a:ext cx="3736630" cy="2202350"/>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41716" y="3078480"/>
            <a:ext cx="3108193" cy="3047997"/>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2" name="Table Placeholder 11">
            <a:extLst>
              <a:ext uri="{FF2B5EF4-FFF2-40B4-BE49-F238E27FC236}">
                <a16:creationId xmlns:a16="http://schemas.microsoft.com/office/drawing/2014/main" id="{D360C16C-E69B-FDEF-F033-CA9A2E238288}"/>
              </a:ext>
            </a:extLst>
          </p:cNvPr>
          <p:cNvSpPr>
            <a:spLocks noGrp="1"/>
          </p:cNvSpPr>
          <p:nvPr>
            <p:ph type="tbl" sz="quarter" idx="37"/>
          </p:nvPr>
        </p:nvSpPr>
        <p:spPr>
          <a:xfrm>
            <a:off x="5067300" y="404813"/>
            <a:ext cx="6705600" cy="6048375"/>
          </a:xfrm>
        </p:spPr>
        <p:txBody>
          <a:bodyPr/>
          <a:lstStyle>
            <a:lvl1pPr>
              <a:defRPr sz="2400">
                <a:latin typeface="+mn-lt"/>
              </a:defRPr>
            </a:lvl1pPr>
          </a:lstStyle>
          <a:p>
            <a:r>
              <a:rPr lang="en-US"/>
              <a:t>Click icon to add table</a:t>
            </a:r>
            <a:endParaRPr lang="en-US" dirty="0"/>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Tree>
    <p:extLst>
      <p:ext uri="{BB962C8B-B14F-4D97-AF65-F5344CB8AC3E}">
        <p14:creationId xmlns:p14="http://schemas.microsoft.com/office/powerpoint/2010/main" val="39072198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96A82D-0723-4BA3-0283-9F0D67B0CEF4}"/>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6A20A5FD-BDFB-45F2-E644-E93FB81CA575}"/>
              </a:ext>
              <a:ext uri="{C183D7F6-B498-43B3-948B-1728B52AA6E4}">
                <adec:decorative xmlns:adec="http://schemas.microsoft.com/office/drawing/2017/decorative" val="1"/>
              </a:ext>
            </a:extLst>
          </p:cNvPr>
          <p:cNvCxnSpPr>
            <a:cxnSpLocks/>
          </p:cNvCxnSpPr>
          <p:nvPr userDrawn="1"/>
        </p:nvCxnSpPr>
        <p:spPr>
          <a:xfrm>
            <a:off x="807039" y="1983416"/>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33562" y="433906"/>
            <a:ext cx="10515601"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14302" y="2465535"/>
            <a:ext cx="7303538" cy="3427265"/>
          </a:xfrm>
        </p:spPr>
        <p:txBody>
          <a:bodyPr/>
          <a:lstStyle>
            <a:lvl1pPr marL="283464" indent="-283464">
              <a:lnSpc>
                <a:spcPct val="120000"/>
              </a:lnSpc>
              <a:spcBef>
                <a:spcPts val="1000"/>
              </a:spcBef>
              <a:buClr>
                <a:schemeClr val="accent3"/>
              </a:buClr>
              <a:buFont typeface="Arial" panose="020B0604020202020204" pitchFamily="34" charset="0"/>
              <a:buChar char="•"/>
              <a:defRPr sz="1800" spc="0" baseline="0">
                <a:solidFill>
                  <a:schemeClr val="bg1"/>
                </a:solidFill>
                <a:latin typeface="+mn-lt"/>
              </a:defRPr>
            </a:lvl1pPr>
            <a:lvl2pPr marL="566928" indent="-283464">
              <a:lnSpc>
                <a:spcPct val="120000"/>
              </a:lnSpc>
              <a:spcBef>
                <a:spcPts val="500"/>
              </a:spcBef>
              <a:buClr>
                <a:schemeClr val="accent3"/>
              </a:buClr>
              <a:defRPr sz="1800" spc="0"/>
            </a:lvl2pPr>
            <a:lvl3pPr marL="859536" indent="-283464">
              <a:lnSpc>
                <a:spcPct val="120000"/>
              </a:lnSpc>
              <a:spcBef>
                <a:spcPts val="500"/>
              </a:spcBef>
              <a:buClr>
                <a:schemeClr val="accent3"/>
              </a:buClr>
              <a:defRPr sz="1800" spc="0"/>
            </a:lvl3pPr>
            <a:lvl4pPr marL="1152144">
              <a:lnSpc>
                <a:spcPct val="120000"/>
              </a:lnSpc>
              <a:spcBef>
                <a:spcPts val="500"/>
              </a:spcBef>
              <a:buClr>
                <a:schemeClr val="accent3"/>
              </a:buCl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0" name="Content Placeholder 9">
            <a:extLst>
              <a:ext uri="{FF2B5EF4-FFF2-40B4-BE49-F238E27FC236}">
                <a16:creationId xmlns:a16="http://schemas.microsoft.com/office/drawing/2014/main" id="{4E7FC75E-AA73-003E-D4E3-B1819886AF9C}"/>
              </a:ext>
            </a:extLst>
          </p:cNvPr>
          <p:cNvSpPr>
            <a:spLocks noGrp="1"/>
          </p:cNvSpPr>
          <p:nvPr>
            <p:ph sz="quarter" idx="37" hasCustomPrompt="1"/>
          </p:nvPr>
        </p:nvSpPr>
        <p:spPr>
          <a:xfrm>
            <a:off x="8392160" y="2465388"/>
            <a:ext cx="2856865" cy="3427412"/>
          </a:xfrm>
        </p:spPr>
        <p:txBody>
          <a:bodyPr/>
          <a:lstStyle>
            <a:lvl1pPr marL="0" indent="0">
              <a:lnSpc>
                <a:spcPct val="120000"/>
              </a:lnSpc>
              <a:spcBef>
                <a:spcPts val="1000"/>
              </a:spcBef>
              <a:buFont typeface="Arial" panose="020B0604020202020204" pitchFamily="34" charset="0"/>
              <a:buNone/>
              <a:defRPr sz="1800">
                <a:solidFill>
                  <a:schemeClr val="bg1"/>
                </a:solidFill>
                <a:latin typeface="+mn-lt"/>
              </a:defRPr>
            </a:lvl1pPr>
            <a:lvl2pPr marL="457200" indent="0">
              <a:lnSpc>
                <a:spcPct val="120000"/>
              </a:lnSpc>
              <a:spcBef>
                <a:spcPts val="1000"/>
              </a:spcBef>
              <a:buNone/>
              <a:defRPr sz="1600">
                <a:solidFill>
                  <a:schemeClr val="bg1"/>
                </a:solidFill>
                <a:latin typeface="+mn-lt"/>
              </a:defRPr>
            </a:lvl2pPr>
            <a:lvl3pPr marL="914400" indent="0">
              <a:lnSpc>
                <a:spcPct val="120000"/>
              </a:lnSpc>
              <a:spcBef>
                <a:spcPts val="1000"/>
              </a:spcBef>
              <a:buNone/>
              <a:defRPr sz="1400">
                <a:solidFill>
                  <a:schemeClr val="bg1"/>
                </a:solidFill>
                <a:latin typeface="+mn-lt"/>
              </a:defRPr>
            </a:lvl3pPr>
            <a:lvl4pPr marL="1371600" indent="0">
              <a:lnSpc>
                <a:spcPct val="120000"/>
              </a:lnSpc>
              <a:spcBef>
                <a:spcPts val="1000"/>
              </a:spcBef>
              <a:buNone/>
              <a:defRPr sz="1200">
                <a:solidFill>
                  <a:schemeClr val="bg1"/>
                </a:solidFill>
                <a:latin typeface="+mn-lt"/>
              </a:defRPr>
            </a:lvl4pPr>
            <a:lvl5pPr marL="1828800" indent="0">
              <a:lnSpc>
                <a:spcPct val="120000"/>
              </a:lnSpc>
              <a:spcBef>
                <a:spcPts val="1000"/>
              </a:spcBef>
              <a:buNone/>
              <a:defRPr sz="12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2456119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2D51531-1219-2E4B-DCE7-C6FD9D809F0C}"/>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BEC02E56-87A4-158A-F0B0-DB8E9BE3AE5E}"/>
              </a:ext>
              <a:ext uri="{C183D7F6-B498-43B3-948B-1728B52AA6E4}">
                <adec:decorative xmlns:adec="http://schemas.microsoft.com/office/drawing/2017/decorative" val="1"/>
              </a:ext>
            </a:extLst>
          </p:cNvPr>
          <p:cNvCxnSpPr>
            <a:cxnSpLocks/>
          </p:cNvCxnSpPr>
          <p:nvPr userDrawn="1"/>
        </p:nvCxnSpPr>
        <p:spPr>
          <a:xfrm>
            <a:off x="807039" y="1991547"/>
            <a:ext cx="10546763"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643842"/>
            <a:ext cx="10515601" cy="1140849"/>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Table Placeholder 9">
            <a:extLst>
              <a:ext uri="{FF2B5EF4-FFF2-40B4-BE49-F238E27FC236}">
                <a16:creationId xmlns:a16="http://schemas.microsoft.com/office/drawing/2014/main" id="{471D7DE3-05F5-8052-02FA-6EF9717E15BE}"/>
              </a:ext>
            </a:extLst>
          </p:cNvPr>
          <p:cNvSpPr>
            <a:spLocks noGrp="1"/>
          </p:cNvSpPr>
          <p:nvPr>
            <p:ph type="tbl" sz="quarter" idx="13"/>
          </p:nvPr>
        </p:nvSpPr>
        <p:spPr>
          <a:xfrm>
            <a:off x="835025" y="2560638"/>
            <a:ext cx="10515600" cy="3478212"/>
          </a:xfrm>
        </p:spPr>
        <p:txBody>
          <a:bodyPr/>
          <a:lstStyle>
            <a:lvl1pPr>
              <a:defRPr sz="2400">
                <a:latin typeface="+mn-lt"/>
              </a:defRPr>
            </a:lvl1pPr>
          </a:lstStyle>
          <a:p>
            <a:r>
              <a:rPr lang="en-US"/>
              <a:t>Click icon to add table</a:t>
            </a:r>
            <a:endParaRPr lang="en-US" dirty="0"/>
          </a:p>
        </p:txBody>
      </p:sp>
      <p:cxnSp>
        <p:nvCxnSpPr>
          <p:cNvPr id="8" name="Straight Connector 7">
            <a:extLst>
              <a:ext uri="{FF2B5EF4-FFF2-40B4-BE49-F238E27FC236}">
                <a16:creationId xmlns:a16="http://schemas.microsoft.com/office/drawing/2014/main" id="{6468DE94-FC46-A848-7949-ABFEADADEA16}"/>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454591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81987">
              <a:schemeClr val="accent6">
                <a:lumMod val="50000"/>
              </a:schemeClr>
            </a:gs>
            <a:gs pos="35040">
              <a:srgbClr val="020B11"/>
            </a:gs>
            <a:gs pos="11979">
              <a:schemeClr val="accent4">
                <a:lumMod val="50000"/>
              </a:schemeClr>
            </a:gs>
            <a:gs pos="0">
              <a:schemeClr val="accent4"/>
            </a:gs>
            <a:gs pos="99000">
              <a:schemeClr val="tx2"/>
            </a:gs>
          </a:gsLst>
          <a:lin ang="5400000" scaled="1"/>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89F5C3D-E9E6-75E0-BF7D-799B5CFE5ED0}"/>
              </a:ext>
              <a:ext uri="{C183D7F6-B498-43B3-948B-1728B52AA6E4}">
                <adec:decorative xmlns:adec="http://schemas.microsoft.com/office/drawing/2017/decorative" val="1"/>
              </a:ext>
            </a:extLst>
          </p:cNvPr>
          <p:cNvGrpSpPr/>
          <p:nvPr userDrawn="1"/>
        </p:nvGrpSpPr>
        <p:grpSpPr>
          <a:xfrm>
            <a:off x="4575462" y="4137"/>
            <a:ext cx="7616537" cy="6853863"/>
            <a:chOff x="4575462" y="4137"/>
            <a:chExt cx="7616537" cy="6853863"/>
          </a:xfrm>
        </p:grpSpPr>
        <p:grpSp>
          <p:nvGrpSpPr>
            <p:cNvPr id="16" name="Group 15">
              <a:extLst>
                <a:ext uri="{FF2B5EF4-FFF2-40B4-BE49-F238E27FC236}">
                  <a16:creationId xmlns:a16="http://schemas.microsoft.com/office/drawing/2014/main" id="{CDE1D2C2-40C4-6B80-E8C6-B4CE94C23037}"/>
                </a:ext>
              </a:extLst>
            </p:cNvPr>
            <p:cNvGrpSpPr/>
            <p:nvPr/>
          </p:nvGrpSpPr>
          <p:grpSpPr>
            <a:xfrm>
              <a:off x="4575462" y="691665"/>
              <a:ext cx="364018" cy="857035"/>
              <a:chOff x="468157" y="1144246"/>
              <a:chExt cx="364018" cy="857035"/>
            </a:xfrm>
          </p:grpSpPr>
          <p:sp>
            <p:nvSpPr>
              <p:cNvPr id="27" name="Oval 26">
                <a:extLst>
                  <a:ext uri="{FF2B5EF4-FFF2-40B4-BE49-F238E27FC236}">
                    <a16:creationId xmlns:a16="http://schemas.microsoft.com/office/drawing/2014/main" id="{7C904D88-E1BE-F1FA-D405-F55DA966DA84}"/>
                  </a:ext>
                  <a:ext uri="{C183D7F6-B498-43B3-948B-1728B52AA6E4}">
                    <adec:decorative xmlns:adec="http://schemas.microsoft.com/office/drawing/2017/decorative" val="1"/>
                  </a:ext>
                </a:extLst>
              </p:cNvPr>
              <p:cNvSpPr/>
              <p:nvPr/>
            </p:nvSpPr>
            <p:spPr>
              <a:xfrm>
                <a:off x="705405" y="1144246"/>
                <a:ext cx="126770" cy="126770"/>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8" name="Graphic 12">
                <a:extLst>
                  <a:ext uri="{FF2B5EF4-FFF2-40B4-BE49-F238E27FC236}">
                    <a16:creationId xmlns:a16="http://schemas.microsoft.com/office/drawing/2014/main" id="{1D8F0816-C429-D32E-058B-33405874DFA7}"/>
                  </a:ext>
                  <a:ext uri="{C183D7F6-B498-43B3-948B-1728B52AA6E4}">
                    <adec:decorative xmlns:adec="http://schemas.microsoft.com/office/drawing/2017/decorative" val="1"/>
                  </a:ext>
                </a:extLst>
              </p:cNvPr>
              <p:cNvSpPr/>
              <p:nvPr/>
            </p:nvSpPr>
            <p:spPr>
              <a:xfrm>
                <a:off x="468157" y="1963496"/>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pic>
          <p:nvPicPr>
            <p:cNvPr id="4" name="Content Placeholder 14">
              <a:extLst>
                <a:ext uri="{FF2B5EF4-FFF2-40B4-BE49-F238E27FC236}">
                  <a16:creationId xmlns:a16="http://schemas.microsoft.com/office/drawing/2014/main" id="{14AC0A97-7D79-3DBE-FB53-A9EBFD806E06}"/>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542796" y="4137"/>
              <a:ext cx="5649203" cy="6853863"/>
            </a:xfrm>
            <a:prstGeom prst="rect">
              <a:avLst/>
            </a:prstGeom>
          </p:spPr>
        </p:pic>
      </p:grpSp>
      <p:sp>
        <p:nvSpPr>
          <p:cNvPr id="2" name="Title 1">
            <a:extLst>
              <a:ext uri="{FF2B5EF4-FFF2-40B4-BE49-F238E27FC236}">
                <a16:creationId xmlns:a16="http://schemas.microsoft.com/office/drawing/2014/main" id="{51E83F98-B388-2594-BACB-E3DB652C97D5}"/>
              </a:ext>
            </a:extLst>
          </p:cNvPr>
          <p:cNvSpPr>
            <a:spLocks noGrp="1"/>
          </p:cNvSpPr>
          <p:nvPr>
            <p:ph type="title" hasCustomPrompt="1"/>
          </p:nvPr>
        </p:nvSpPr>
        <p:spPr>
          <a:xfrm>
            <a:off x="835831" y="173735"/>
            <a:ext cx="4409514" cy="2203704"/>
          </a:xfrm>
        </p:spPr>
        <p:txBody>
          <a:bodyPr anchor="b">
            <a:noAutofit/>
          </a:bodyPr>
          <a:lstStyle>
            <a:lvl1pPr>
              <a:defRPr sz="3200" cap="all" baseline="0">
                <a:solidFill>
                  <a:schemeClr val="accent3"/>
                </a:solidFill>
              </a:defRPr>
            </a:lvl1pPr>
          </a:lstStyle>
          <a:p>
            <a:r>
              <a:rPr lang="en-US" dirty="0"/>
              <a:t>Click to add title</a:t>
            </a:r>
          </a:p>
        </p:txBody>
      </p:sp>
      <p:sp>
        <p:nvSpPr>
          <p:cNvPr id="7" name="Content Placeholder 6">
            <a:extLst>
              <a:ext uri="{FF2B5EF4-FFF2-40B4-BE49-F238E27FC236}">
                <a16:creationId xmlns:a16="http://schemas.microsoft.com/office/drawing/2014/main" id="{0D9D0F3E-69D8-49F3-5D7A-71FDC4E3EEE3}"/>
              </a:ext>
            </a:extLst>
          </p:cNvPr>
          <p:cNvSpPr>
            <a:spLocks noGrp="1"/>
          </p:cNvSpPr>
          <p:nvPr>
            <p:ph sz="quarter" idx="14" hasCustomPrompt="1"/>
          </p:nvPr>
        </p:nvSpPr>
        <p:spPr>
          <a:xfrm>
            <a:off x="831850" y="3079119"/>
            <a:ext cx="4413250" cy="2752725"/>
          </a:xfrm>
        </p:spPr>
        <p:txBody>
          <a:bodyPr/>
          <a:lstStyle>
            <a:lvl1pPr>
              <a:lnSpc>
                <a:spcPct val="120000"/>
              </a:lnSpc>
              <a:spcBef>
                <a:spcPts val="1000"/>
              </a:spcBef>
              <a:defRPr sz="1800">
                <a:solidFill>
                  <a:schemeClr val="bg1"/>
                </a:solidFill>
                <a:latin typeface="+mn-lt"/>
              </a:defRPr>
            </a:lvl1pPr>
            <a:lvl2pPr>
              <a:lnSpc>
                <a:spcPct val="120000"/>
              </a:lnSpc>
              <a:spcBef>
                <a:spcPts val="1000"/>
              </a:spcBef>
              <a:buClr>
                <a:schemeClr val="accent3"/>
              </a:buClr>
              <a:defRPr sz="1600">
                <a:solidFill>
                  <a:schemeClr val="bg1"/>
                </a:solidFill>
                <a:latin typeface="+mn-lt"/>
              </a:defRPr>
            </a:lvl2pPr>
            <a:lvl3pPr>
              <a:lnSpc>
                <a:spcPct val="120000"/>
              </a:lnSpc>
              <a:spcBef>
                <a:spcPts val="1000"/>
              </a:spcBef>
              <a:buClr>
                <a:schemeClr val="accent3"/>
              </a:buClr>
              <a:defRPr sz="1400">
                <a:solidFill>
                  <a:schemeClr val="bg1"/>
                </a:solidFill>
                <a:latin typeface="+mn-lt"/>
              </a:defRPr>
            </a:lvl3pPr>
            <a:lvl4pPr>
              <a:lnSpc>
                <a:spcPct val="120000"/>
              </a:lnSpc>
              <a:spcBef>
                <a:spcPts val="1000"/>
              </a:spcBef>
              <a:buClr>
                <a:schemeClr val="accent3"/>
              </a:buClr>
              <a:defRPr sz="1200">
                <a:solidFill>
                  <a:schemeClr val="bg1"/>
                </a:solidFill>
                <a:latin typeface="+mn-lt"/>
              </a:defRPr>
            </a:lvl4pPr>
            <a:lvl5pPr>
              <a:lnSpc>
                <a:spcPct val="120000"/>
              </a:lnSpc>
              <a:spcBef>
                <a:spcPts val="1000"/>
              </a:spcBef>
              <a:buClr>
                <a:schemeClr val="accent3"/>
              </a:buCl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61CFC792-44F7-2497-E19D-8FB08AFF94F7}"/>
              </a:ext>
              <a:ext uri="{C183D7F6-B498-43B3-948B-1728B52AA6E4}">
                <adec:decorative xmlns:adec="http://schemas.microsoft.com/office/drawing/2017/decorative" val="1"/>
              </a:ext>
            </a:extLst>
          </p:cNvPr>
          <p:cNvCxnSpPr>
            <a:cxnSpLocks/>
          </p:cNvCxnSpPr>
          <p:nvPr userDrawn="1"/>
        </p:nvCxnSpPr>
        <p:spPr>
          <a:xfrm>
            <a:off x="835831" y="2679192"/>
            <a:ext cx="4101929"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82607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tx1"/>
            </a:gs>
            <a:gs pos="99000">
              <a:srgbClr val="05202E"/>
            </a:gs>
          </a:gsLst>
          <a:lin ang="54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3EA418-19D1-0D4D-BE52-40A86E32FB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2BAE0C-5187-A64D-A481-E69245670354}"/>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9759C05-48F5-9346-8256-5B61C6990E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bg1"/>
                </a:solidFill>
                <a:latin typeface="+mj-lt"/>
                <a:cs typeface="Biome" panose="020B0503030204020804" pitchFamily="34" charset="0"/>
              </a:defRPr>
            </a:lvl1pPr>
          </a:lstStyle>
          <a:p>
            <a:endParaRPr lang="en-US" dirty="0"/>
          </a:p>
        </p:txBody>
      </p:sp>
      <p:sp>
        <p:nvSpPr>
          <p:cNvPr id="5" name="Footer Placeholder 4">
            <a:extLst>
              <a:ext uri="{FF2B5EF4-FFF2-40B4-BE49-F238E27FC236}">
                <a16:creationId xmlns:a16="http://schemas.microsoft.com/office/drawing/2014/main" id="{84175D63-7351-9C4A-AEE0-10E27B3B64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bg1"/>
                </a:solidFill>
                <a:latin typeface="+mj-lt"/>
                <a:cs typeface="Biome" panose="020B05030302040208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7350889F-2BBA-5F45-95BC-BEA6688167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noAutofit/>
          </a:bodyPr>
          <a:lstStyle>
            <a:lvl1pPr algn="r">
              <a:defRPr sz="1200">
                <a:solidFill>
                  <a:schemeClr val="bg1"/>
                </a:solidFill>
                <a:latin typeface="+mj-lt"/>
                <a:cs typeface="Biome" panose="020B0503030204020804" pitchFamily="34" charset="0"/>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955693199"/>
      </p:ext>
    </p:extLst>
  </p:cSld>
  <p:clrMap bg1="lt1" tx1="dk1" bg2="lt2" tx2="dk2" accent1="accent1" accent2="accent2" accent3="accent3" accent4="accent4" accent5="accent5" accent6="accent6" hlink="hlink" folHlink="folHlink"/>
  <p:sldLayoutIdLst>
    <p:sldLayoutId id="2147483657" r:id="rId1"/>
    <p:sldLayoutId id="2147483679" r:id="rId2"/>
    <p:sldLayoutId id="2147483669" r:id="rId3"/>
    <p:sldLayoutId id="2147483672" r:id="rId4"/>
    <p:sldLayoutId id="2147483673" r:id="rId5"/>
    <p:sldLayoutId id="2147483674" r:id="rId6"/>
    <p:sldLayoutId id="2147483671" r:id="rId7"/>
    <p:sldLayoutId id="2147483675" r:id="rId8"/>
    <p:sldLayoutId id="2147483676" r:id="rId9"/>
    <p:sldLayoutId id="2147483670" r:id="rId10"/>
    <p:sldLayoutId id="2147483677" r:id="rId11"/>
    <p:sldLayoutId id="2147483678" r:id="rId12"/>
    <p:sldLayoutId id="2147483664" r:id="rId13"/>
    <p:sldLayoutId id="2147483663" r:id="rId14"/>
  </p:sldLayoutIdLst>
  <p:hf hdr="0" ftr="0" dt="0"/>
  <p:txStyles>
    <p:titleStyle>
      <a:lvl1pPr algn="l" defTabSz="914400" rtl="0" eaLnBrk="1" latinLnBrk="0" hangingPunct="1">
        <a:lnSpc>
          <a:spcPct val="90000"/>
        </a:lnSpc>
        <a:spcBef>
          <a:spcPct val="0"/>
        </a:spcBef>
        <a:buNone/>
        <a:defRPr sz="4400" kern="1200" spc="300" baseline="0">
          <a:solidFill>
            <a:schemeClr val="bg1"/>
          </a:solidFill>
          <a:latin typeface="+mj-lt"/>
          <a:ea typeface="+mj-ea"/>
          <a:cs typeface="Biome" panose="020B05030302040208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j-lt"/>
          <a:ea typeface="+mn-ea"/>
          <a:cs typeface="Biome" panose="020B0503030204020804" pitchFamily="34" charset="0"/>
        </a:defRPr>
      </a:lvl1pPr>
      <a:lvl2pPr marL="800100" indent="-342900" algn="l" defTabSz="914400" rtl="0" eaLnBrk="1" latinLnBrk="0" hangingPunct="1">
        <a:lnSpc>
          <a:spcPct val="90000"/>
        </a:lnSpc>
        <a:spcBef>
          <a:spcPts val="500"/>
        </a:spcBef>
        <a:buClr>
          <a:schemeClr val="accent6"/>
        </a:buClr>
        <a:buFont typeface="Arial" panose="020B0604020202020204" pitchFamily="34" charset="0"/>
        <a:buChar char="•"/>
        <a:defRPr sz="2400" kern="1200">
          <a:solidFill>
            <a:schemeClr val="bg1"/>
          </a:solidFill>
          <a:latin typeface="+mn-lt"/>
          <a:ea typeface="+mn-ea"/>
          <a:cs typeface="+mn-cs"/>
        </a:defRPr>
      </a:lvl2pPr>
      <a:lvl3pPr marL="1257300" indent="-342900" algn="l"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bg1"/>
          </a:solidFill>
          <a:latin typeface="+mn-lt"/>
          <a:ea typeface="+mn-ea"/>
          <a:cs typeface="+mn-cs"/>
        </a:defRPr>
      </a:lvl3pPr>
      <a:lvl4pPr marL="16573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hyperlink" Target="http://bmontas001.blogspot.com/2016/02/multimedia-como-herramienta-de.html"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hyperlink" Target="https://www.pngall.com/electronic-png/download/24919" TargetMode="External"/><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97874EA-2F67-60CD-631F-5A787057F8CE}"/>
              </a:ext>
            </a:extLst>
          </p:cNvPr>
          <p:cNvSpPr>
            <a:spLocks noGrp="1"/>
          </p:cNvSpPr>
          <p:nvPr>
            <p:ph type="title"/>
          </p:nvPr>
        </p:nvSpPr>
        <p:spPr>
          <a:xfrm>
            <a:off x="0" y="1966452"/>
            <a:ext cx="12191998" cy="2281084"/>
          </a:xfrm>
        </p:spPr>
        <p:txBody>
          <a:bodyPr anchor="b"/>
          <a:lstStyle/>
          <a:p>
            <a:r>
              <a:rPr lang="en-US" dirty="0">
                <a:cs typeface="Poppins" panose="020B0502040204020203" pitchFamily="2" charset="0"/>
              </a:rPr>
              <a:t>PRESENTATION</a:t>
            </a:r>
            <a:r>
              <a:rPr lang="en-US" dirty="0"/>
              <a:t> ON </a:t>
            </a:r>
            <a:r>
              <a:rPr lang="en-US" dirty="0" err="1"/>
              <a:t>mULTIMEDIA</a:t>
            </a:r>
            <a:endParaRPr lang="en-US" dirty="0"/>
          </a:p>
        </p:txBody>
      </p:sp>
      <p:sp>
        <p:nvSpPr>
          <p:cNvPr id="9" name="Subtitle 3">
            <a:extLst>
              <a:ext uri="{FF2B5EF4-FFF2-40B4-BE49-F238E27FC236}">
                <a16:creationId xmlns:a16="http://schemas.microsoft.com/office/drawing/2014/main" id="{2981AB9E-AF0F-CAD0-2DD2-D640FB871E66}"/>
              </a:ext>
            </a:extLst>
          </p:cNvPr>
          <p:cNvSpPr>
            <a:spLocks noGrp="1"/>
          </p:cNvSpPr>
          <p:nvPr>
            <p:ph type="subTitle" idx="1"/>
          </p:nvPr>
        </p:nvSpPr>
        <p:spPr>
          <a:xfrm>
            <a:off x="2576052" y="5722252"/>
            <a:ext cx="9733935" cy="458920"/>
          </a:xfrm>
        </p:spPr>
        <p:txBody>
          <a:bodyPr/>
          <a:lstStyle/>
          <a:p>
            <a:r>
              <a:rPr lang="en-US" sz="2400" dirty="0"/>
              <a:t>BY GAURAV GAUTAM &amp; SAUGAT NEUPANE</a:t>
            </a:r>
          </a:p>
        </p:txBody>
      </p:sp>
    </p:spTree>
    <p:extLst>
      <p:ext uri="{BB962C8B-B14F-4D97-AF65-F5344CB8AC3E}">
        <p14:creationId xmlns:p14="http://schemas.microsoft.com/office/powerpoint/2010/main" val="24980314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750"/>
                                        <p:tgtEl>
                                          <p:spTgt spid="12"/>
                                        </p:tgtEl>
                                      </p:cBhvr>
                                    </p:animEffect>
                                  </p:childTnLst>
                                </p:cTn>
                              </p:par>
                            </p:childTnLst>
                          </p:cTn>
                        </p:par>
                        <p:par>
                          <p:cTn id="8" fill="hold">
                            <p:stCondLst>
                              <p:cond delay="750"/>
                            </p:stCondLst>
                            <p:childTnLst>
                              <p:par>
                                <p:cTn id="9" presetID="16" presetClass="entr" presetSubtype="21" fill="hold" grpId="0" nodeType="after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animEffect transition="in" filter="barn(inVertical)">
                                      <p:cBhvr>
                                        <p:cTn id="11" dur="75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9"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chemeClr val="tx2"/>
            </a:gs>
            <a:gs pos="81000">
              <a:schemeClr val="accent6"/>
            </a:gs>
            <a:gs pos="55000">
              <a:srgbClr val="02090E"/>
            </a:gs>
            <a:gs pos="14000">
              <a:schemeClr val="accent4">
                <a:lumMod val="75000"/>
              </a:schemeClr>
            </a:gs>
            <a:gs pos="0">
              <a:schemeClr val="accent4"/>
            </a:gs>
          </a:gsLst>
          <a:lin ang="2700000" scaled="1"/>
          <a:tileRect/>
        </a:gra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A2458FF-0D0C-4ACC-C6FB-103BC0BADCCD}"/>
              </a:ext>
            </a:extLst>
          </p:cNvPr>
          <p:cNvSpPr>
            <a:spLocks noGrp="1"/>
          </p:cNvSpPr>
          <p:nvPr>
            <p:ph type="title"/>
          </p:nvPr>
        </p:nvSpPr>
        <p:spPr>
          <a:xfrm>
            <a:off x="838201" y="365125"/>
            <a:ext cx="4466502" cy="1936866"/>
          </a:xfrm>
        </p:spPr>
        <p:txBody>
          <a:bodyPr/>
          <a:lstStyle/>
          <a:p>
            <a:r>
              <a:rPr lang="en-US" dirty="0" err="1"/>
              <a:t>mULTIMEDIA</a:t>
            </a:r>
            <a:endParaRPr lang="en-US" dirty="0"/>
          </a:p>
        </p:txBody>
      </p:sp>
      <p:sp>
        <p:nvSpPr>
          <p:cNvPr id="31" name="Text Placeholder 3">
            <a:extLst>
              <a:ext uri="{FF2B5EF4-FFF2-40B4-BE49-F238E27FC236}">
                <a16:creationId xmlns:a16="http://schemas.microsoft.com/office/drawing/2014/main" id="{F1239C0E-3F39-787D-0FC3-6B7C9BA37E8F}"/>
              </a:ext>
            </a:extLst>
          </p:cNvPr>
          <p:cNvSpPr>
            <a:spLocks noGrp="1"/>
          </p:cNvSpPr>
          <p:nvPr>
            <p:ph sz="quarter" idx="10"/>
          </p:nvPr>
        </p:nvSpPr>
        <p:spPr>
          <a:xfrm>
            <a:off x="802640" y="3097848"/>
            <a:ext cx="4466504" cy="2975148"/>
          </a:xfrm>
        </p:spPr>
        <p:txBody>
          <a:bodyPr anchor="t"/>
          <a:lstStyle/>
          <a:p>
            <a:r>
              <a:rPr lang="en-US" sz="2200" dirty="0"/>
              <a:t>Introduction</a:t>
            </a:r>
          </a:p>
          <a:p>
            <a:r>
              <a:rPr lang="en-US" sz="2200" dirty="0"/>
              <a:t>Importance of Multimedia</a:t>
            </a:r>
          </a:p>
          <a:p>
            <a:r>
              <a:rPr lang="en-US" sz="2200" dirty="0"/>
              <a:t>Element of Multimedia</a:t>
            </a:r>
          </a:p>
          <a:p>
            <a:r>
              <a:rPr lang="en-US" sz="2200" dirty="0"/>
              <a:t>Characteristics of Multimedia</a:t>
            </a:r>
          </a:p>
          <a:p>
            <a:r>
              <a:rPr lang="en-US" sz="2200" dirty="0"/>
              <a:t>Applications of Multimedia</a:t>
            </a:r>
          </a:p>
        </p:txBody>
      </p:sp>
      <p:pic>
        <p:nvPicPr>
          <p:cNvPr id="6" name="Picture 5" descr="A white ball with colorful objects around it">
            <a:extLst>
              <a:ext uri="{FF2B5EF4-FFF2-40B4-BE49-F238E27FC236}">
                <a16:creationId xmlns:a16="http://schemas.microsoft.com/office/drawing/2014/main" id="{0DD84804-C015-95D6-C995-203CA5EDF4B1}"/>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187440" y="0"/>
            <a:ext cx="6004560" cy="6858000"/>
          </a:xfrm>
          <a:prstGeom prst="rect">
            <a:avLst/>
          </a:prstGeom>
        </p:spPr>
      </p:pic>
    </p:spTree>
    <p:extLst>
      <p:ext uri="{BB962C8B-B14F-4D97-AF65-F5344CB8AC3E}">
        <p14:creationId xmlns:p14="http://schemas.microsoft.com/office/powerpoint/2010/main" val="146015933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50"/>
                                        <p:tgtEl>
                                          <p:spTgt spid="7"/>
                                        </p:tgtEl>
                                      </p:cBhvr>
                                    </p:animEffect>
                                    <p:anim calcmode="lin" valueType="num">
                                      <p:cBhvr>
                                        <p:cTn id="8" dur="750" fill="hold"/>
                                        <p:tgtEl>
                                          <p:spTgt spid="7"/>
                                        </p:tgtEl>
                                        <p:attrNameLst>
                                          <p:attrName>ppt_x</p:attrName>
                                        </p:attrNameLst>
                                      </p:cBhvr>
                                      <p:tavLst>
                                        <p:tav tm="0">
                                          <p:val>
                                            <p:strVal val="#ppt_x"/>
                                          </p:val>
                                        </p:tav>
                                        <p:tav tm="100000">
                                          <p:val>
                                            <p:strVal val="#ppt_x"/>
                                          </p:val>
                                        </p:tav>
                                      </p:tavLst>
                                    </p:anim>
                                    <p:anim calcmode="lin" valueType="num">
                                      <p:cBhvr>
                                        <p:cTn id="9" dur="75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750"/>
                                        <p:tgtEl>
                                          <p:spTgt spid="6"/>
                                        </p:tgtEl>
                                      </p:cBhvr>
                                    </p:animEffect>
                                    <p:anim calcmode="lin" valueType="num">
                                      <p:cBhvr>
                                        <p:cTn id="14" dur="750" fill="hold"/>
                                        <p:tgtEl>
                                          <p:spTgt spid="6"/>
                                        </p:tgtEl>
                                        <p:attrNameLst>
                                          <p:attrName>ppt_x</p:attrName>
                                        </p:attrNameLst>
                                      </p:cBhvr>
                                      <p:tavLst>
                                        <p:tav tm="0">
                                          <p:val>
                                            <p:strVal val="#ppt_x"/>
                                          </p:val>
                                        </p:tav>
                                        <p:tav tm="100000">
                                          <p:val>
                                            <p:strVal val="#ppt_x"/>
                                          </p:val>
                                        </p:tav>
                                      </p:tavLst>
                                    </p:anim>
                                    <p:anim calcmode="lin" valueType="num">
                                      <p:cBhvr>
                                        <p:cTn id="15" dur="750" fill="hold"/>
                                        <p:tgtEl>
                                          <p:spTgt spid="6"/>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2" presetClass="entr" presetSubtype="4" fill="hold" grpId="0" nodeType="afterEffect">
                                  <p:stCondLst>
                                    <p:cond delay="0"/>
                                  </p:stCondLst>
                                  <p:childTnLst>
                                    <p:set>
                                      <p:cBhvr>
                                        <p:cTn id="18" dur="1" fill="hold">
                                          <p:stCondLst>
                                            <p:cond delay="0"/>
                                          </p:stCondLst>
                                        </p:cTn>
                                        <p:tgtEl>
                                          <p:spTgt spid="31">
                                            <p:txEl>
                                              <p:pRg st="0" end="0"/>
                                            </p:txEl>
                                          </p:spTgt>
                                        </p:tgtEl>
                                        <p:attrNameLst>
                                          <p:attrName>style.visibility</p:attrName>
                                        </p:attrNameLst>
                                      </p:cBhvr>
                                      <p:to>
                                        <p:strVal val="visible"/>
                                      </p:to>
                                    </p:set>
                                    <p:anim calcmode="lin" valueType="num">
                                      <p:cBhvr additive="base">
                                        <p:cTn id="19" dur="75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20" dur="750" fill="hold"/>
                                        <p:tgtEl>
                                          <p:spTgt spid="31">
                                            <p:txEl>
                                              <p:pRg st="0" end="0"/>
                                            </p:txEl>
                                          </p:spTgt>
                                        </p:tgtEl>
                                        <p:attrNameLst>
                                          <p:attrName>ppt_y</p:attrName>
                                        </p:attrNameLst>
                                      </p:cBhvr>
                                      <p:tavLst>
                                        <p:tav tm="0">
                                          <p:val>
                                            <p:strVal val="1+#ppt_h/2"/>
                                          </p:val>
                                        </p:tav>
                                        <p:tav tm="100000">
                                          <p:val>
                                            <p:strVal val="#ppt_y"/>
                                          </p:val>
                                        </p:tav>
                                      </p:tavLst>
                                    </p:anim>
                                  </p:childTnLst>
                                </p:cTn>
                              </p:par>
                            </p:childTnLst>
                          </p:cTn>
                        </p:par>
                        <p:par>
                          <p:cTn id="21" fill="hold">
                            <p:stCondLst>
                              <p:cond delay="2250"/>
                            </p:stCondLst>
                            <p:childTnLst>
                              <p:par>
                                <p:cTn id="22" presetID="2" presetClass="entr" presetSubtype="4" fill="hold" grpId="0" nodeType="afterEffect">
                                  <p:stCondLst>
                                    <p:cond delay="0"/>
                                  </p:stCondLst>
                                  <p:childTnLst>
                                    <p:set>
                                      <p:cBhvr>
                                        <p:cTn id="23" dur="1" fill="hold">
                                          <p:stCondLst>
                                            <p:cond delay="0"/>
                                          </p:stCondLst>
                                        </p:cTn>
                                        <p:tgtEl>
                                          <p:spTgt spid="31">
                                            <p:txEl>
                                              <p:pRg st="1" end="1"/>
                                            </p:txEl>
                                          </p:spTgt>
                                        </p:tgtEl>
                                        <p:attrNameLst>
                                          <p:attrName>style.visibility</p:attrName>
                                        </p:attrNameLst>
                                      </p:cBhvr>
                                      <p:to>
                                        <p:strVal val="visible"/>
                                      </p:to>
                                    </p:set>
                                    <p:anim calcmode="lin" valueType="num">
                                      <p:cBhvr additive="base">
                                        <p:cTn id="24" dur="750" fill="hold"/>
                                        <p:tgtEl>
                                          <p:spTgt spid="31">
                                            <p:txEl>
                                              <p:pRg st="1" end="1"/>
                                            </p:txEl>
                                          </p:spTgt>
                                        </p:tgtEl>
                                        <p:attrNameLst>
                                          <p:attrName>ppt_x</p:attrName>
                                        </p:attrNameLst>
                                      </p:cBhvr>
                                      <p:tavLst>
                                        <p:tav tm="0">
                                          <p:val>
                                            <p:strVal val="#ppt_x"/>
                                          </p:val>
                                        </p:tav>
                                        <p:tav tm="100000">
                                          <p:val>
                                            <p:strVal val="#ppt_x"/>
                                          </p:val>
                                        </p:tav>
                                      </p:tavLst>
                                    </p:anim>
                                    <p:anim calcmode="lin" valueType="num">
                                      <p:cBhvr additive="base">
                                        <p:cTn id="25" dur="750" fill="hold"/>
                                        <p:tgtEl>
                                          <p:spTgt spid="31">
                                            <p:txEl>
                                              <p:pRg st="1" end="1"/>
                                            </p:txEl>
                                          </p:spTgt>
                                        </p:tgtEl>
                                        <p:attrNameLst>
                                          <p:attrName>ppt_y</p:attrName>
                                        </p:attrNameLst>
                                      </p:cBhvr>
                                      <p:tavLst>
                                        <p:tav tm="0">
                                          <p:val>
                                            <p:strVal val="1+#ppt_h/2"/>
                                          </p:val>
                                        </p:tav>
                                        <p:tav tm="100000">
                                          <p:val>
                                            <p:strVal val="#ppt_y"/>
                                          </p:val>
                                        </p:tav>
                                      </p:tavLst>
                                    </p:anim>
                                  </p:childTnLst>
                                </p:cTn>
                              </p:par>
                            </p:childTnLst>
                          </p:cTn>
                        </p:par>
                        <p:par>
                          <p:cTn id="26" fill="hold">
                            <p:stCondLst>
                              <p:cond delay="3000"/>
                            </p:stCondLst>
                            <p:childTnLst>
                              <p:par>
                                <p:cTn id="27" presetID="2" presetClass="entr" presetSubtype="4" fill="hold" grpId="0" nodeType="afterEffect">
                                  <p:stCondLst>
                                    <p:cond delay="0"/>
                                  </p:stCondLst>
                                  <p:childTnLst>
                                    <p:set>
                                      <p:cBhvr>
                                        <p:cTn id="28" dur="1" fill="hold">
                                          <p:stCondLst>
                                            <p:cond delay="0"/>
                                          </p:stCondLst>
                                        </p:cTn>
                                        <p:tgtEl>
                                          <p:spTgt spid="31">
                                            <p:txEl>
                                              <p:pRg st="2" end="2"/>
                                            </p:txEl>
                                          </p:spTgt>
                                        </p:tgtEl>
                                        <p:attrNameLst>
                                          <p:attrName>style.visibility</p:attrName>
                                        </p:attrNameLst>
                                      </p:cBhvr>
                                      <p:to>
                                        <p:strVal val="visible"/>
                                      </p:to>
                                    </p:set>
                                    <p:anim calcmode="lin" valueType="num">
                                      <p:cBhvr additive="base">
                                        <p:cTn id="29" dur="750" fill="hold"/>
                                        <p:tgtEl>
                                          <p:spTgt spid="31">
                                            <p:txEl>
                                              <p:pRg st="2" end="2"/>
                                            </p:txEl>
                                          </p:spTgt>
                                        </p:tgtEl>
                                        <p:attrNameLst>
                                          <p:attrName>ppt_x</p:attrName>
                                        </p:attrNameLst>
                                      </p:cBhvr>
                                      <p:tavLst>
                                        <p:tav tm="0">
                                          <p:val>
                                            <p:strVal val="#ppt_x"/>
                                          </p:val>
                                        </p:tav>
                                        <p:tav tm="100000">
                                          <p:val>
                                            <p:strVal val="#ppt_x"/>
                                          </p:val>
                                        </p:tav>
                                      </p:tavLst>
                                    </p:anim>
                                    <p:anim calcmode="lin" valueType="num">
                                      <p:cBhvr additive="base">
                                        <p:cTn id="30" dur="750" fill="hold"/>
                                        <p:tgtEl>
                                          <p:spTgt spid="31">
                                            <p:txEl>
                                              <p:pRg st="2" end="2"/>
                                            </p:txEl>
                                          </p:spTgt>
                                        </p:tgtEl>
                                        <p:attrNameLst>
                                          <p:attrName>ppt_y</p:attrName>
                                        </p:attrNameLst>
                                      </p:cBhvr>
                                      <p:tavLst>
                                        <p:tav tm="0">
                                          <p:val>
                                            <p:strVal val="1+#ppt_h/2"/>
                                          </p:val>
                                        </p:tav>
                                        <p:tav tm="100000">
                                          <p:val>
                                            <p:strVal val="#ppt_y"/>
                                          </p:val>
                                        </p:tav>
                                      </p:tavLst>
                                    </p:anim>
                                  </p:childTnLst>
                                </p:cTn>
                              </p:par>
                            </p:childTnLst>
                          </p:cTn>
                        </p:par>
                        <p:par>
                          <p:cTn id="31" fill="hold">
                            <p:stCondLst>
                              <p:cond delay="3750"/>
                            </p:stCondLst>
                            <p:childTnLst>
                              <p:par>
                                <p:cTn id="32" presetID="2" presetClass="entr" presetSubtype="4" fill="hold" grpId="0" nodeType="afterEffect">
                                  <p:stCondLst>
                                    <p:cond delay="0"/>
                                  </p:stCondLst>
                                  <p:childTnLst>
                                    <p:set>
                                      <p:cBhvr>
                                        <p:cTn id="33" dur="1" fill="hold">
                                          <p:stCondLst>
                                            <p:cond delay="0"/>
                                          </p:stCondLst>
                                        </p:cTn>
                                        <p:tgtEl>
                                          <p:spTgt spid="31">
                                            <p:txEl>
                                              <p:pRg st="3" end="3"/>
                                            </p:txEl>
                                          </p:spTgt>
                                        </p:tgtEl>
                                        <p:attrNameLst>
                                          <p:attrName>style.visibility</p:attrName>
                                        </p:attrNameLst>
                                      </p:cBhvr>
                                      <p:to>
                                        <p:strVal val="visible"/>
                                      </p:to>
                                    </p:set>
                                    <p:anim calcmode="lin" valueType="num">
                                      <p:cBhvr additive="base">
                                        <p:cTn id="34" dur="750" fill="hold"/>
                                        <p:tgtEl>
                                          <p:spTgt spid="31">
                                            <p:txEl>
                                              <p:pRg st="3" end="3"/>
                                            </p:txEl>
                                          </p:spTgt>
                                        </p:tgtEl>
                                        <p:attrNameLst>
                                          <p:attrName>ppt_x</p:attrName>
                                        </p:attrNameLst>
                                      </p:cBhvr>
                                      <p:tavLst>
                                        <p:tav tm="0">
                                          <p:val>
                                            <p:strVal val="#ppt_x"/>
                                          </p:val>
                                        </p:tav>
                                        <p:tav tm="100000">
                                          <p:val>
                                            <p:strVal val="#ppt_x"/>
                                          </p:val>
                                        </p:tav>
                                      </p:tavLst>
                                    </p:anim>
                                    <p:anim calcmode="lin" valueType="num">
                                      <p:cBhvr additive="base">
                                        <p:cTn id="35" dur="750" fill="hold"/>
                                        <p:tgtEl>
                                          <p:spTgt spid="31">
                                            <p:txEl>
                                              <p:pRg st="3" end="3"/>
                                            </p:txEl>
                                          </p:spTgt>
                                        </p:tgtEl>
                                        <p:attrNameLst>
                                          <p:attrName>ppt_y</p:attrName>
                                        </p:attrNameLst>
                                      </p:cBhvr>
                                      <p:tavLst>
                                        <p:tav tm="0">
                                          <p:val>
                                            <p:strVal val="1+#ppt_h/2"/>
                                          </p:val>
                                        </p:tav>
                                        <p:tav tm="100000">
                                          <p:val>
                                            <p:strVal val="#ppt_y"/>
                                          </p:val>
                                        </p:tav>
                                      </p:tavLst>
                                    </p:anim>
                                  </p:childTnLst>
                                </p:cTn>
                              </p:par>
                            </p:childTnLst>
                          </p:cTn>
                        </p:par>
                        <p:par>
                          <p:cTn id="36" fill="hold">
                            <p:stCondLst>
                              <p:cond delay="4500"/>
                            </p:stCondLst>
                            <p:childTnLst>
                              <p:par>
                                <p:cTn id="37" presetID="2" presetClass="entr" presetSubtype="4" fill="hold" grpId="0" nodeType="afterEffect">
                                  <p:stCondLst>
                                    <p:cond delay="0"/>
                                  </p:stCondLst>
                                  <p:childTnLst>
                                    <p:set>
                                      <p:cBhvr>
                                        <p:cTn id="38" dur="1" fill="hold">
                                          <p:stCondLst>
                                            <p:cond delay="0"/>
                                          </p:stCondLst>
                                        </p:cTn>
                                        <p:tgtEl>
                                          <p:spTgt spid="31">
                                            <p:txEl>
                                              <p:pRg st="4" end="4"/>
                                            </p:txEl>
                                          </p:spTgt>
                                        </p:tgtEl>
                                        <p:attrNameLst>
                                          <p:attrName>style.visibility</p:attrName>
                                        </p:attrNameLst>
                                      </p:cBhvr>
                                      <p:to>
                                        <p:strVal val="visible"/>
                                      </p:to>
                                    </p:set>
                                    <p:anim calcmode="lin" valueType="num">
                                      <p:cBhvr additive="base">
                                        <p:cTn id="39" dur="750" fill="hold"/>
                                        <p:tgtEl>
                                          <p:spTgt spid="31">
                                            <p:txEl>
                                              <p:pRg st="4" end="4"/>
                                            </p:txEl>
                                          </p:spTgt>
                                        </p:tgtEl>
                                        <p:attrNameLst>
                                          <p:attrName>ppt_x</p:attrName>
                                        </p:attrNameLst>
                                      </p:cBhvr>
                                      <p:tavLst>
                                        <p:tav tm="0">
                                          <p:val>
                                            <p:strVal val="#ppt_x"/>
                                          </p:val>
                                        </p:tav>
                                        <p:tav tm="100000">
                                          <p:val>
                                            <p:strVal val="#ppt_x"/>
                                          </p:val>
                                        </p:tav>
                                      </p:tavLst>
                                    </p:anim>
                                    <p:anim calcmode="lin" valueType="num">
                                      <p:cBhvr additive="base">
                                        <p:cTn id="40" dur="750" fill="hold"/>
                                        <p:tgtEl>
                                          <p:spTgt spid="3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A63D3-2FB6-500A-AB2A-212D116D4463}"/>
              </a:ext>
            </a:extLst>
          </p:cNvPr>
          <p:cNvSpPr>
            <a:spLocks noGrp="1"/>
          </p:cNvSpPr>
          <p:nvPr>
            <p:ph type="title"/>
          </p:nvPr>
        </p:nvSpPr>
        <p:spPr>
          <a:xfrm>
            <a:off x="835370" y="643842"/>
            <a:ext cx="10515601" cy="1096467"/>
          </a:xfrm>
        </p:spPr>
        <p:txBody>
          <a:bodyPr/>
          <a:lstStyle/>
          <a:p>
            <a:r>
              <a:rPr lang="en-US" dirty="0"/>
              <a:t>Introduction</a:t>
            </a:r>
          </a:p>
        </p:txBody>
      </p:sp>
      <p:sp>
        <p:nvSpPr>
          <p:cNvPr id="3" name="Table Placeholder 2">
            <a:extLst>
              <a:ext uri="{FF2B5EF4-FFF2-40B4-BE49-F238E27FC236}">
                <a16:creationId xmlns:a16="http://schemas.microsoft.com/office/drawing/2014/main" id="{3C468881-DA5B-C612-7DF0-FAFB65F7C3FD}"/>
              </a:ext>
            </a:extLst>
          </p:cNvPr>
          <p:cNvSpPr>
            <a:spLocks noGrp="1"/>
          </p:cNvSpPr>
          <p:nvPr>
            <p:ph type="tbl" sz="quarter" idx="13"/>
          </p:nvPr>
        </p:nvSpPr>
        <p:spPr>
          <a:xfrm>
            <a:off x="835371" y="2251680"/>
            <a:ext cx="10515600" cy="3787263"/>
          </a:xfrm>
        </p:spPr>
        <p:txBody>
          <a:bodyPr/>
          <a:lstStyle/>
          <a:p>
            <a:pPr marL="342900" indent="-342900">
              <a:spcAft>
                <a:spcPts val="1500"/>
              </a:spcAft>
              <a:buFont typeface="Wingdings" panose="05000000000000000000" pitchFamily="2" charset="2"/>
              <a:buChar char="v"/>
            </a:pPr>
            <a:r>
              <a:rPr lang="en-US" sz="2200" dirty="0">
                <a:solidFill>
                  <a:schemeClr val="bg1"/>
                </a:solidFill>
              </a:rPr>
              <a:t>The term "multimedia" is derived from two words: "multi" meaning many, and "media" meaning the means of communication.</a:t>
            </a:r>
            <a:endParaRPr lang="en-US" sz="2200" b="0" i="0" dirty="0">
              <a:solidFill>
                <a:schemeClr val="bg1"/>
              </a:solidFill>
              <a:effectLst/>
              <a:latin typeface="Content-font"/>
            </a:endParaRPr>
          </a:p>
          <a:p>
            <a:pPr marL="342900" indent="-342900" algn="l">
              <a:spcAft>
                <a:spcPts val="1500"/>
              </a:spcAft>
              <a:buFont typeface="Wingdings" panose="05000000000000000000" pitchFamily="2" charset="2"/>
              <a:buChar char="v"/>
            </a:pPr>
            <a:r>
              <a:rPr lang="en-US" sz="2200" b="0" i="0" dirty="0">
                <a:solidFill>
                  <a:schemeClr val="bg1"/>
                </a:solidFill>
                <a:effectLst/>
                <a:latin typeface="Content-font"/>
              </a:rPr>
              <a:t>Multimedia describes any application that uses multiple media (graphics, text, animations, audio, and video).</a:t>
            </a:r>
          </a:p>
          <a:p>
            <a:pPr marL="342900" indent="-342900" algn="l">
              <a:spcAft>
                <a:spcPts val="1500"/>
              </a:spcAft>
              <a:buFont typeface="Wingdings" panose="05000000000000000000" pitchFamily="2" charset="2"/>
              <a:buChar char="v"/>
            </a:pPr>
            <a:r>
              <a:rPr lang="en-US" sz="2200" dirty="0">
                <a:solidFill>
                  <a:schemeClr val="bg1"/>
                </a:solidFill>
              </a:rPr>
              <a:t>Multimedia is a way of presenting information using a combination of different types of content.</a:t>
            </a:r>
          </a:p>
          <a:p>
            <a:pPr marL="342900" indent="-342900">
              <a:spcAft>
                <a:spcPts val="1500"/>
              </a:spcAft>
              <a:buFont typeface="Wingdings" panose="05000000000000000000" pitchFamily="2" charset="2"/>
              <a:buChar char="v"/>
            </a:pPr>
            <a:r>
              <a:rPr lang="en-US" sz="2200" dirty="0">
                <a:solidFill>
                  <a:schemeClr val="bg1"/>
                </a:solidFill>
              </a:rPr>
              <a:t>It is widely used in education, entertainment, business, and public information systems.</a:t>
            </a:r>
          </a:p>
          <a:p>
            <a:pPr marL="342900" indent="-342900" algn="l">
              <a:spcAft>
                <a:spcPts val="1500"/>
              </a:spcAft>
              <a:buFont typeface="Arial" panose="020B0604020202020204" pitchFamily="34" charset="0"/>
              <a:buChar char="•"/>
            </a:pPr>
            <a:endParaRPr lang="en-US" sz="2200" dirty="0">
              <a:solidFill>
                <a:schemeClr val="bg1"/>
              </a:solidFill>
            </a:endParaRPr>
          </a:p>
          <a:p>
            <a:pPr marL="342900" indent="-342900" algn="l">
              <a:spcAft>
                <a:spcPts val="1500"/>
              </a:spcAft>
              <a:buFont typeface="Arial" panose="020B0604020202020204" pitchFamily="34" charset="0"/>
              <a:buChar char="•"/>
            </a:pPr>
            <a:endParaRPr lang="en-US" b="0" i="0" dirty="0">
              <a:solidFill>
                <a:schemeClr val="bg1"/>
              </a:solidFill>
              <a:effectLst/>
              <a:latin typeface="Content-font"/>
            </a:endParaRPr>
          </a:p>
          <a:p>
            <a:pPr marL="342900" indent="-342900" algn="l">
              <a:spcAft>
                <a:spcPts val="1500"/>
              </a:spcAft>
              <a:buFont typeface="Arial" panose="020B0604020202020204" pitchFamily="34" charset="0"/>
              <a:buChar char="•"/>
            </a:pPr>
            <a:endParaRPr lang="en-US" b="0" i="0" dirty="0">
              <a:solidFill>
                <a:schemeClr val="bg1"/>
              </a:solidFill>
              <a:effectLst/>
              <a:latin typeface="Content-font"/>
            </a:endParaRPr>
          </a:p>
          <a:p>
            <a:br>
              <a:rPr lang="en-US" dirty="0"/>
            </a:br>
            <a:endParaRPr lang="en-US" dirty="0">
              <a:solidFill>
                <a:schemeClr val="bg1"/>
              </a:solidFill>
            </a:endParaRPr>
          </a:p>
        </p:txBody>
      </p:sp>
    </p:spTree>
    <p:extLst>
      <p:ext uri="{BB962C8B-B14F-4D97-AF65-F5344CB8AC3E}">
        <p14:creationId xmlns:p14="http://schemas.microsoft.com/office/powerpoint/2010/main" val="3240907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750"/>
                                        <p:tgtEl>
                                          <p:spTgt spid="3"/>
                                        </p:tgtEl>
                                      </p:cBhvr>
                                    </p:animEffect>
                                    <p:anim calcmode="lin" valueType="num">
                                      <p:cBhvr>
                                        <p:cTn id="14" dur="750" fill="hold"/>
                                        <p:tgtEl>
                                          <p:spTgt spid="3"/>
                                        </p:tgtEl>
                                        <p:attrNameLst>
                                          <p:attrName>ppt_x</p:attrName>
                                        </p:attrNameLst>
                                      </p:cBhvr>
                                      <p:tavLst>
                                        <p:tav tm="0">
                                          <p:val>
                                            <p:strVal val="#ppt_x"/>
                                          </p:val>
                                        </p:tav>
                                        <p:tav tm="100000">
                                          <p:val>
                                            <p:strVal val="#ppt_x"/>
                                          </p:val>
                                        </p:tav>
                                      </p:tavLst>
                                    </p:anim>
                                    <p:anim calcmode="lin" valueType="num">
                                      <p:cBhvr>
                                        <p:cTn id="15" dur="7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B144F-8A58-5AF4-E2C6-98A2015E3686}"/>
              </a:ext>
            </a:extLst>
          </p:cNvPr>
          <p:cNvSpPr>
            <a:spLocks noGrp="1"/>
          </p:cNvSpPr>
          <p:nvPr>
            <p:ph type="title"/>
          </p:nvPr>
        </p:nvSpPr>
        <p:spPr>
          <a:xfrm>
            <a:off x="838199" y="1301920"/>
            <a:ext cx="10515601" cy="965541"/>
          </a:xfrm>
        </p:spPr>
        <p:txBody>
          <a:bodyPr/>
          <a:lstStyle/>
          <a:p>
            <a:r>
              <a:rPr lang="en-US" b="1" dirty="0">
                <a:solidFill>
                  <a:schemeClr val="accent3"/>
                </a:solidFill>
                <a:latin typeface="Inter"/>
              </a:rPr>
              <a:t>Importance </a:t>
            </a:r>
            <a:r>
              <a:rPr lang="en-US" b="1" i="0" dirty="0">
                <a:solidFill>
                  <a:schemeClr val="accent3"/>
                </a:solidFill>
                <a:effectLst/>
                <a:latin typeface="Inter"/>
              </a:rPr>
              <a:t>of Multimedia</a:t>
            </a:r>
            <a:br>
              <a:rPr lang="en-US" b="1" i="0" dirty="0">
                <a:solidFill>
                  <a:srgbClr val="F8FAFF"/>
                </a:solidFill>
                <a:effectLst/>
                <a:latin typeface="Inter"/>
              </a:rPr>
            </a:br>
            <a:endParaRPr lang="en-US" dirty="0"/>
          </a:p>
        </p:txBody>
      </p:sp>
      <p:sp>
        <p:nvSpPr>
          <p:cNvPr id="3" name="Table Placeholder 2">
            <a:extLst>
              <a:ext uri="{FF2B5EF4-FFF2-40B4-BE49-F238E27FC236}">
                <a16:creationId xmlns:a16="http://schemas.microsoft.com/office/drawing/2014/main" id="{B58EC501-6D08-806A-12CA-F0B1FB23DA22}"/>
              </a:ext>
            </a:extLst>
          </p:cNvPr>
          <p:cNvSpPr>
            <a:spLocks noGrp="1"/>
          </p:cNvSpPr>
          <p:nvPr>
            <p:ph type="tbl" sz="quarter" idx="13"/>
          </p:nvPr>
        </p:nvSpPr>
        <p:spPr>
          <a:xfrm>
            <a:off x="835025" y="2389517"/>
            <a:ext cx="10515600" cy="3623094"/>
          </a:xfrm>
        </p:spPr>
        <p:txBody>
          <a:bodyPr/>
          <a:lstStyle/>
          <a:p>
            <a:pPr marL="342900" indent="-342900">
              <a:buFont typeface="Wingdings" panose="05000000000000000000" pitchFamily="2" charset="2"/>
              <a:buChar char="Ø"/>
            </a:pPr>
            <a:r>
              <a:rPr lang="en-US" sz="2200" b="1" i="0" dirty="0">
                <a:solidFill>
                  <a:srgbClr val="F8FAFF"/>
                </a:solidFill>
                <a:effectLst/>
                <a:latin typeface="Inter"/>
              </a:rPr>
              <a:t>Enhanced Communication:</a:t>
            </a:r>
            <a:r>
              <a:rPr lang="en-US" sz="2200" b="0" i="0" dirty="0">
                <a:solidFill>
                  <a:srgbClr val="F8FAFF"/>
                </a:solidFill>
                <a:effectLst/>
                <a:latin typeface="Inter"/>
              </a:rPr>
              <a:t> Multimedia combines visual, auditory, and interactive elements, making it easier to convey complex ideas.</a:t>
            </a:r>
          </a:p>
          <a:p>
            <a:pPr marL="342900" indent="-342900">
              <a:spcBef>
                <a:spcPts val="300"/>
              </a:spcBef>
              <a:buFont typeface="Wingdings" panose="05000000000000000000" pitchFamily="2" charset="2"/>
              <a:buChar char="Ø"/>
            </a:pPr>
            <a:r>
              <a:rPr lang="en-US" sz="2200" b="1" i="0" dirty="0">
                <a:solidFill>
                  <a:srgbClr val="F8FAFF"/>
                </a:solidFill>
                <a:effectLst/>
                <a:latin typeface="Inter"/>
              </a:rPr>
              <a:t>Engagement:</a:t>
            </a:r>
            <a:r>
              <a:rPr lang="en-US" sz="2200" b="0" i="0" dirty="0">
                <a:solidFill>
                  <a:srgbClr val="F8FAFF"/>
                </a:solidFill>
                <a:effectLst/>
                <a:latin typeface="Inter"/>
              </a:rPr>
              <a:t> It captures the user’s attention more effectively than plain text or static images.</a:t>
            </a:r>
          </a:p>
          <a:p>
            <a:pPr marL="342900" indent="-342900">
              <a:spcBef>
                <a:spcPts val="300"/>
              </a:spcBef>
              <a:buFont typeface="Wingdings" panose="05000000000000000000" pitchFamily="2" charset="2"/>
              <a:buChar char="Ø"/>
            </a:pPr>
            <a:r>
              <a:rPr lang="en-US" sz="2200" b="1" i="0" dirty="0">
                <a:solidFill>
                  <a:srgbClr val="F8FAFF"/>
                </a:solidFill>
                <a:effectLst/>
                <a:latin typeface="Inter"/>
              </a:rPr>
              <a:t>Versatility:</a:t>
            </a:r>
            <a:r>
              <a:rPr lang="en-US" sz="2200" b="0" i="0" dirty="0">
                <a:solidFill>
                  <a:srgbClr val="F8FAFF"/>
                </a:solidFill>
                <a:effectLst/>
                <a:latin typeface="Inter"/>
              </a:rPr>
              <a:t> Used in various fields like education (e-learning), entertainment (movies, games), business (presentations), and public information systems (kiosks, websites).</a:t>
            </a:r>
          </a:p>
          <a:p>
            <a:pPr marL="342900" indent="-342900">
              <a:spcBef>
                <a:spcPts val="300"/>
              </a:spcBef>
              <a:buFont typeface="Wingdings" panose="05000000000000000000" pitchFamily="2" charset="2"/>
              <a:buChar char="Ø"/>
            </a:pPr>
            <a:r>
              <a:rPr lang="en-US" sz="2200" b="1" i="0" dirty="0">
                <a:solidFill>
                  <a:srgbClr val="F8FAFF"/>
                </a:solidFill>
                <a:effectLst/>
                <a:latin typeface="Inter"/>
              </a:rPr>
              <a:t>Interactivity:</a:t>
            </a:r>
            <a:r>
              <a:rPr lang="en-US" sz="2200" b="0" i="0" dirty="0">
                <a:solidFill>
                  <a:srgbClr val="F8FAFF"/>
                </a:solidFill>
                <a:effectLst/>
                <a:latin typeface="Inter"/>
              </a:rPr>
              <a:t> Users can interact with the content, such as clicking on hyperlinks, playing videos, or controlling animations.</a:t>
            </a:r>
          </a:p>
          <a:p>
            <a:br>
              <a:rPr lang="en-US" dirty="0"/>
            </a:br>
            <a:endParaRPr lang="en-US" b="0" i="0" dirty="0">
              <a:solidFill>
                <a:srgbClr val="F8FAFF"/>
              </a:solidFill>
              <a:effectLst/>
              <a:latin typeface="Inter"/>
            </a:endParaRPr>
          </a:p>
          <a:p>
            <a:pPr marL="342900" indent="-342900">
              <a:buFont typeface="Arial" panose="020B0604020202020204" pitchFamily="34" charset="0"/>
              <a:buChar char="•"/>
            </a:pPr>
            <a:endParaRPr lang="en-US" b="0" i="0" dirty="0">
              <a:solidFill>
                <a:srgbClr val="F8FAFF"/>
              </a:solidFill>
              <a:effectLst/>
              <a:latin typeface="Inter"/>
            </a:endParaRPr>
          </a:p>
          <a:p>
            <a:endParaRPr lang="en-US" dirty="0">
              <a:solidFill>
                <a:schemeClr val="bg1"/>
              </a:solidFill>
            </a:endParaRPr>
          </a:p>
        </p:txBody>
      </p:sp>
    </p:spTree>
    <p:extLst>
      <p:ext uri="{BB962C8B-B14F-4D97-AF65-F5344CB8AC3E}">
        <p14:creationId xmlns:p14="http://schemas.microsoft.com/office/powerpoint/2010/main" val="11183624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750"/>
                                        <p:tgtEl>
                                          <p:spTgt spid="3"/>
                                        </p:tgtEl>
                                      </p:cBhvr>
                                    </p:animEffect>
                                    <p:anim calcmode="lin" valueType="num">
                                      <p:cBhvr>
                                        <p:cTn id="14" dur="750" fill="hold"/>
                                        <p:tgtEl>
                                          <p:spTgt spid="3"/>
                                        </p:tgtEl>
                                        <p:attrNameLst>
                                          <p:attrName>ppt_x</p:attrName>
                                        </p:attrNameLst>
                                      </p:cBhvr>
                                      <p:tavLst>
                                        <p:tav tm="0">
                                          <p:val>
                                            <p:strVal val="#ppt_x"/>
                                          </p:val>
                                        </p:tav>
                                        <p:tav tm="100000">
                                          <p:val>
                                            <p:strVal val="#ppt_x"/>
                                          </p:val>
                                        </p:tav>
                                      </p:tavLst>
                                    </p:anim>
                                    <p:anim calcmode="lin" valueType="num">
                                      <p:cBhvr>
                                        <p:cTn id="15" dur="7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3AE59-771B-187B-936C-C674398FBBDD}"/>
              </a:ext>
            </a:extLst>
          </p:cNvPr>
          <p:cNvSpPr>
            <a:spLocks noGrp="1"/>
          </p:cNvSpPr>
          <p:nvPr>
            <p:ph type="title"/>
          </p:nvPr>
        </p:nvSpPr>
        <p:spPr/>
        <p:txBody>
          <a:bodyPr/>
          <a:lstStyle/>
          <a:p>
            <a:r>
              <a:rPr lang="en-US" dirty="0"/>
              <a:t>Elements of Multimedia</a:t>
            </a:r>
          </a:p>
        </p:txBody>
      </p:sp>
      <p:sp>
        <p:nvSpPr>
          <p:cNvPr id="3" name="Content Placeholder 2">
            <a:extLst>
              <a:ext uri="{FF2B5EF4-FFF2-40B4-BE49-F238E27FC236}">
                <a16:creationId xmlns:a16="http://schemas.microsoft.com/office/drawing/2014/main" id="{545228FC-6EBC-C7CC-2B2F-EF72CCAC50EF}"/>
              </a:ext>
            </a:extLst>
          </p:cNvPr>
          <p:cNvSpPr>
            <a:spLocks noGrp="1"/>
          </p:cNvSpPr>
          <p:nvPr>
            <p:ph sz="quarter" idx="10"/>
          </p:nvPr>
        </p:nvSpPr>
        <p:spPr/>
        <p:txBody>
          <a:bodyPr/>
          <a:lstStyle/>
          <a:p>
            <a:pPr marL="285750" indent="-285750">
              <a:buFont typeface="Arial" panose="020B0604020202020204" pitchFamily="34" charset="0"/>
              <a:buChar char="•"/>
            </a:pPr>
            <a:r>
              <a:rPr lang="en-US" sz="2200" dirty="0"/>
              <a:t>Text</a:t>
            </a:r>
          </a:p>
          <a:p>
            <a:pPr marL="285750" indent="-285750">
              <a:buFont typeface="Arial" panose="020B0604020202020204" pitchFamily="34" charset="0"/>
              <a:buChar char="•"/>
            </a:pPr>
            <a:r>
              <a:rPr lang="en-US" sz="2200" dirty="0"/>
              <a:t>Graphics</a:t>
            </a:r>
          </a:p>
          <a:p>
            <a:pPr marL="285750" indent="-285750">
              <a:buFont typeface="Arial" panose="020B0604020202020204" pitchFamily="34" charset="0"/>
              <a:buChar char="•"/>
            </a:pPr>
            <a:r>
              <a:rPr lang="en-US" sz="2200" dirty="0"/>
              <a:t>Audio</a:t>
            </a:r>
          </a:p>
          <a:p>
            <a:pPr marL="285750" indent="-285750">
              <a:buFont typeface="Arial" panose="020B0604020202020204" pitchFamily="34" charset="0"/>
              <a:buChar char="•"/>
            </a:pPr>
            <a:r>
              <a:rPr lang="en-US" sz="2200" dirty="0"/>
              <a:t>Video</a:t>
            </a:r>
          </a:p>
          <a:p>
            <a:pPr marL="285750" indent="-285750">
              <a:buFont typeface="Arial" panose="020B0604020202020204" pitchFamily="34" charset="0"/>
              <a:buChar char="•"/>
            </a:pPr>
            <a:r>
              <a:rPr lang="en-US" sz="2200" dirty="0"/>
              <a:t>Animation</a:t>
            </a:r>
          </a:p>
        </p:txBody>
      </p:sp>
      <p:pic>
        <p:nvPicPr>
          <p:cNvPr id="13" name="Picture 12" descr="A group of people around a device&#10;&#10;Description automatically generated">
            <a:extLst>
              <a:ext uri="{FF2B5EF4-FFF2-40B4-BE49-F238E27FC236}">
                <a16:creationId xmlns:a16="http://schemas.microsoft.com/office/drawing/2014/main" id="{253BE3D9-091B-91D8-5861-5C76FF39CA0D}"/>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309361" y="589280"/>
            <a:ext cx="5750560" cy="5720080"/>
          </a:xfrm>
          <a:prstGeom prst="rect">
            <a:avLst/>
          </a:prstGeom>
        </p:spPr>
      </p:pic>
    </p:spTree>
    <p:extLst>
      <p:ext uri="{BB962C8B-B14F-4D97-AF65-F5344CB8AC3E}">
        <p14:creationId xmlns:p14="http://schemas.microsoft.com/office/powerpoint/2010/main" val="336827937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750"/>
                                        <p:tgtEl>
                                          <p:spTgt spid="13"/>
                                        </p:tgtEl>
                                      </p:cBhvr>
                                    </p:animEffect>
                                    <p:anim calcmode="lin" valueType="num">
                                      <p:cBhvr>
                                        <p:cTn id="14" dur="750" fill="hold"/>
                                        <p:tgtEl>
                                          <p:spTgt spid="13"/>
                                        </p:tgtEl>
                                        <p:attrNameLst>
                                          <p:attrName>ppt_x</p:attrName>
                                        </p:attrNameLst>
                                      </p:cBhvr>
                                      <p:tavLst>
                                        <p:tav tm="0">
                                          <p:val>
                                            <p:strVal val="#ppt_x"/>
                                          </p:val>
                                        </p:tav>
                                        <p:tav tm="100000">
                                          <p:val>
                                            <p:strVal val="#ppt_x"/>
                                          </p:val>
                                        </p:tav>
                                      </p:tavLst>
                                    </p:anim>
                                    <p:anim calcmode="lin" valueType="num">
                                      <p:cBhvr>
                                        <p:cTn id="15" dur="750" fill="hold"/>
                                        <p:tgtEl>
                                          <p:spTgt spid="13"/>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2" presetClass="entr" presetSubtype="0" fill="hold" grpId="0" nodeType="after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fade">
                                      <p:cBhvr>
                                        <p:cTn id="19" dur="750"/>
                                        <p:tgtEl>
                                          <p:spTgt spid="3">
                                            <p:txEl>
                                              <p:pRg st="0" end="0"/>
                                            </p:txEl>
                                          </p:spTgt>
                                        </p:tgtEl>
                                      </p:cBhvr>
                                    </p:animEffect>
                                    <p:anim calcmode="lin" valueType="num">
                                      <p:cBhvr>
                                        <p:cTn id="20" dur="75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1" dur="75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22" fill="hold">
                            <p:stCondLst>
                              <p:cond delay="2250"/>
                            </p:stCondLst>
                            <p:childTnLst>
                              <p:par>
                                <p:cTn id="23" presetID="42" presetClass="entr" presetSubtype="0" fill="hold" grpId="0" nodeType="after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fade">
                                      <p:cBhvr>
                                        <p:cTn id="25" dur="750"/>
                                        <p:tgtEl>
                                          <p:spTgt spid="3">
                                            <p:txEl>
                                              <p:pRg st="1" end="1"/>
                                            </p:txEl>
                                          </p:spTgt>
                                        </p:tgtEl>
                                      </p:cBhvr>
                                    </p:animEffect>
                                    <p:anim calcmode="lin" valueType="num">
                                      <p:cBhvr>
                                        <p:cTn id="26" dur="75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7" dur="75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28" fill="hold">
                            <p:stCondLst>
                              <p:cond delay="3000"/>
                            </p:stCondLst>
                            <p:childTnLst>
                              <p:par>
                                <p:cTn id="29" presetID="42" presetClass="entr" presetSubtype="0" fill="hold" grpId="0" nodeType="after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Effect transition="in" filter="fade">
                                      <p:cBhvr>
                                        <p:cTn id="31" dur="750"/>
                                        <p:tgtEl>
                                          <p:spTgt spid="3">
                                            <p:txEl>
                                              <p:pRg st="2" end="2"/>
                                            </p:txEl>
                                          </p:spTgt>
                                        </p:tgtEl>
                                      </p:cBhvr>
                                    </p:animEffect>
                                    <p:anim calcmode="lin" valueType="num">
                                      <p:cBhvr>
                                        <p:cTn id="32" dur="75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3" dur="75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34" fill="hold">
                            <p:stCondLst>
                              <p:cond delay="3750"/>
                            </p:stCondLst>
                            <p:childTnLst>
                              <p:par>
                                <p:cTn id="35" presetID="42" presetClass="entr" presetSubtype="0" fill="hold" grpId="0" nodeType="after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fade">
                                      <p:cBhvr>
                                        <p:cTn id="37" dur="750"/>
                                        <p:tgtEl>
                                          <p:spTgt spid="3">
                                            <p:txEl>
                                              <p:pRg st="3" end="3"/>
                                            </p:txEl>
                                          </p:spTgt>
                                        </p:tgtEl>
                                      </p:cBhvr>
                                    </p:animEffect>
                                    <p:anim calcmode="lin" valueType="num">
                                      <p:cBhvr>
                                        <p:cTn id="38" dur="75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9" dur="75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par>
                          <p:cTn id="40" fill="hold">
                            <p:stCondLst>
                              <p:cond delay="4500"/>
                            </p:stCondLst>
                            <p:childTnLst>
                              <p:par>
                                <p:cTn id="41" presetID="42" presetClass="entr" presetSubtype="0" fill="hold" grpId="0" nodeType="after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Effect transition="in" filter="fade">
                                      <p:cBhvr>
                                        <p:cTn id="43" dur="750"/>
                                        <p:tgtEl>
                                          <p:spTgt spid="3">
                                            <p:txEl>
                                              <p:pRg st="4" end="4"/>
                                            </p:txEl>
                                          </p:spTgt>
                                        </p:tgtEl>
                                      </p:cBhvr>
                                    </p:animEffect>
                                    <p:anim calcmode="lin" valueType="num">
                                      <p:cBhvr>
                                        <p:cTn id="44" dur="75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5" dur="75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8498B-E14D-0200-CB0B-C3259A7C169E}"/>
              </a:ext>
            </a:extLst>
          </p:cNvPr>
          <p:cNvSpPr>
            <a:spLocks noGrp="1"/>
          </p:cNvSpPr>
          <p:nvPr>
            <p:ph type="title"/>
          </p:nvPr>
        </p:nvSpPr>
        <p:spPr/>
        <p:txBody>
          <a:bodyPr/>
          <a:lstStyle/>
          <a:p>
            <a:r>
              <a:rPr lang="en-US" dirty="0"/>
              <a:t>1.text</a:t>
            </a:r>
          </a:p>
        </p:txBody>
      </p:sp>
      <p:sp>
        <p:nvSpPr>
          <p:cNvPr id="3" name="Table Placeholder 2">
            <a:extLst>
              <a:ext uri="{FF2B5EF4-FFF2-40B4-BE49-F238E27FC236}">
                <a16:creationId xmlns:a16="http://schemas.microsoft.com/office/drawing/2014/main" id="{7881A244-C3E6-CF98-5710-700E02B66EAD}"/>
              </a:ext>
            </a:extLst>
          </p:cNvPr>
          <p:cNvSpPr>
            <a:spLocks noGrp="1"/>
          </p:cNvSpPr>
          <p:nvPr>
            <p:ph type="tbl" sz="quarter" idx="13"/>
          </p:nvPr>
        </p:nvSpPr>
        <p:spPr>
          <a:xfrm>
            <a:off x="835025" y="3018502"/>
            <a:ext cx="10515600" cy="3020347"/>
          </a:xfrm>
        </p:spPr>
        <p:txBody>
          <a:bodyPr/>
          <a:lstStyle/>
          <a:p>
            <a:pPr marL="342900" indent="-342900">
              <a:buFont typeface="Wingdings" panose="05000000000000000000" pitchFamily="2" charset="2"/>
              <a:buChar char="Ø"/>
            </a:pPr>
            <a:r>
              <a:rPr lang="en-US" sz="2200" dirty="0">
                <a:solidFill>
                  <a:schemeClr val="bg1"/>
                </a:solidFill>
              </a:rPr>
              <a:t>Text in Multimedia is used for titles, menus, navigation, and content.</a:t>
            </a:r>
          </a:p>
          <a:p>
            <a:pPr marL="342900" indent="-342900">
              <a:buFont typeface="Wingdings" panose="05000000000000000000" pitchFamily="2" charset="2"/>
              <a:buChar char="Ø"/>
            </a:pPr>
            <a:r>
              <a:rPr lang="en-US" sz="2200" dirty="0">
                <a:solidFill>
                  <a:schemeClr val="bg1"/>
                </a:solidFill>
              </a:rPr>
              <a:t>Text can be animated to move, change, or flash, making it more engaging.</a:t>
            </a:r>
          </a:p>
          <a:p>
            <a:pPr marL="342900" indent="-342900">
              <a:buFont typeface="Wingdings" panose="05000000000000000000" pitchFamily="2" charset="2"/>
              <a:buChar char="Ø"/>
            </a:pPr>
            <a:r>
              <a:rPr lang="en-US" sz="2200" dirty="0">
                <a:solidFill>
                  <a:schemeClr val="bg1"/>
                </a:solidFill>
              </a:rPr>
              <a:t>Text effects add visual impact with 2D and 3D effects.</a:t>
            </a:r>
          </a:p>
          <a:p>
            <a:pPr marL="342900" indent="-342900">
              <a:buFont typeface="Wingdings" panose="05000000000000000000" pitchFamily="2" charset="2"/>
              <a:buChar char="Ø"/>
            </a:pPr>
            <a:r>
              <a:rPr lang="en-US" sz="2200" dirty="0">
                <a:solidFill>
                  <a:schemeClr val="bg1"/>
                </a:solidFill>
              </a:rPr>
              <a:t>Can be static or dynamic (e.g., scrolling text, hyperlinks).</a:t>
            </a:r>
          </a:p>
          <a:p>
            <a:pPr marL="342900" indent="-342900">
              <a:buFont typeface="Wingdings" panose="05000000000000000000" pitchFamily="2" charset="2"/>
              <a:buChar char="Ø"/>
            </a:pPr>
            <a:r>
              <a:rPr lang="en-US" sz="2200" dirty="0">
                <a:solidFill>
                  <a:schemeClr val="bg1"/>
                </a:solidFill>
              </a:rPr>
              <a:t>Example: Text in a PowerPoint presentation or a webpage.</a:t>
            </a:r>
          </a:p>
          <a:p>
            <a:endParaRPr lang="en-US" dirty="0"/>
          </a:p>
        </p:txBody>
      </p:sp>
    </p:spTree>
    <p:extLst>
      <p:ext uri="{BB962C8B-B14F-4D97-AF65-F5344CB8AC3E}">
        <p14:creationId xmlns:p14="http://schemas.microsoft.com/office/powerpoint/2010/main" val="38671323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750"/>
                                        <p:tgtEl>
                                          <p:spTgt spid="3"/>
                                        </p:tgtEl>
                                      </p:cBhvr>
                                    </p:animEffect>
                                    <p:anim calcmode="lin" valueType="num">
                                      <p:cBhvr>
                                        <p:cTn id="14" dur="750" fill="hold"/>
                                        <p:tgtEl>
                                          <p:spTgt spid="3"/>
                                        </p:tgtEl>
                                        <p:attrNameLst>
                                          <p:attrName>ppt_x</p:attrName>
                                        </p:attrNameLst>
                                      </p:cBhvr>
                                      <p:tavLst>
                                        <p:tav tm="0">
                                          <p:val>
                                            <p:strVal val="#ppt_x"/>
                                          </p:val>
                                        </p:tav>
                                        <p:tav tm="100000">
                                          <p:val>
                                            <p:strVal val="#ppt_x"/>
                                          </p:val>
                                        </p:tav>
                                      </p:tavLst>
                                    </p:anim>
                                    <p:anim calcmode="lin" valueType="num">
                                      <p:cBhvr>
                                        <p:cTn id="15" dur="7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ADB56-A4A1-9B2C-CCEA-9DA1D7BFC2F2}"/>
              </a:ext>
            </a:extLst>
          </p:cNvPr>
          <p:cNvSpPr>
            <a:spLocks noGrp="1"/>
          </p:cNvSpPr>
          <p:nvPr>
            <p:ph type="title"/>
          </p:nvPr>
        </p:nvSpPr>
        <p:spPr/>
        <p:txBody>
          <a:bodyPr/>
          <a:lstStyle/>
          <a:p>
            <a:r>
              <a:rPr lang="en-US" dirty="0"/>
              <a:t>2. Graphics/Images</a:t>
            </a:r>
          </a:p>
        </p:txBody>
      </p:sp>
      <p:sp>
        <p:nvSpPr>
          <p:cNvPr id="3" name="Table Placeholder 2">
            <a:extLst>
              <a:ext uri="{FF2B5EF4-FFF2-40B4-BE49-F238E27FC236}">
                <a16:creationId xmlns:a16="http://schemas.microsoft.com/office/drawing/2014/main" id="{78941DB7-6F04-17FC-FB9A-FFAD5DBCCC88}"/>
              </a:ext>
            </a:extLst>
          </p:cNvPr>
          <p:cNvSpPr>
            <a:spLocks noGrp="1"/>
          </p:cNvSpPr>
          <p:nvPr>
            <p:ph type="tbl" sz="quarter" idx="13"/>
          </p:nvPr>
        </p:nvSpPr>
        <p:spPr>
          <a:xfrm>
            <a:off x="835025" y="2124411"/>
            <a:ext cx="10515600" cy="3478212"/>
          </a:xfrm>
        </p:spPr>
        <p:txBody>
          <a:bodyPr/>
          <a:lstStyle/>
          <a:p>
            <a:r>
              <a:rPr lang="en-US" sz="2200" b="1" dirty="0">
                <a:solidFill>
                  <a:schemeClr val="bg1"/>
                </a:solidFill>
              </a:rPr>
              <a:t>Image Resolution:</a:t>
            </a:r>
            <a:endParaRPr lang="en-US" sz="2200" dirty="0">
              <a:solidFill>
                <a:schemeClr val="bg1"/>
              </a:solidFill>
            </a:endParaRPr>
          </a:p>
          <a:p>
            <a:pPr marL="342900" indent="-342900">
              <a:buFont typeface="Arial" panose="020B0604020202020204" pitchFamily="34" charset="0"/>
              <a:buChar char="•"/>
            </a:pPr>
            <a:r>
              <a:rPr lang="en-US" sz="2200" dirty="0">
                <a:solidFill>
                  <a:schemeClr val="bg1"/>
                </a:solidFill>
              </a:rPr>
              <a:t>Measured in DPI (dots per inch). Higher resolution means better image quality</a:t>
            </a:r>
            <a:r>
              <a:rPr lang="en-US" sz="2200" dirty="0"/>
              <a:t>.</a:t>
            </a:r>
          </a:p>
          <a:p>
            <a:r>
              <a:rPr lang="en-US" sz="2200" b="1" dirty="0">
                <a:solidFill>
                  <a:schemeClr val="bg1"/>
                </a:solidFill>
              </a:rPr>
              <a:t>Color Models:</a:t>
            </a:r>
            <a:endParaRPr lang="en-US" sz="2200" dirty="0">
              <a:solidFill>
                <a:schemeClr val="bg1"/>
              </a:solidFill>
            </a:endParaRPr>
          </a:p>
          <a:p>
            <a:pPr marL="342900" indent="-342900">
              <a:buFont typeface="Arial" panose="020B0604020202020204" pitchFamily="34" charset="0"/>
              <a:buChar char="•"/>
            </a:pPr>
            <a:r>
              <a:rPr lang="en-US" sz="2200" dirty="0">
                <a:solidFill>
                  <a:schemeClr val="bg1"/>
                </a:solidFill>
              </a:rPr>
              <a:t>RGB (Red, Green, Blue): Used for digital displays.</a:t>
            </a:r>
          </a:p>
          <a:p>
            <a:pPr marL="342900" indent="-342900">
              <a:buFont typeface="Arial" panose="020B0604020202020204" pitchFamily="34" charset="0"/>
              <a:buChar char="•"/>
            </a:pPr>
            <a:r>
              <a:rPr lang="en-US" sz="2200" dirty="0">
                <a:solidFill>
                  <a:schemeClr val="bg1"/>
                </a:solidFill>
              </a:rPr>
              <a:t>HSL (Hue, Saturation, Lightness): Used for color classification.</a:t>
            </a:r>
          </a:p>
          <a:p>
            <a:r>
              <a:rPr lang="en-US" sz="2200" b="1" dirty="0">
                <a:solidFill>
                  <a:schemeClr val="bg1"/>
                </a:solidFill>
              </a:rPr>
              <a:t>Types of Animation:</a:t>
            </a:r>
          </a:p>
          <a:p>
            <a:pPr marL="342900" indent="-342900">
              <a:buFont typeface="Arial" panose="020B0604020202020204" pitchFamily="34" charset="0"/>
              <a:buChar char="•"/>
            </a:pPr>
            <a:r>
              <a:rPr lang="en-US" sz="2200" dirty="0">
                <a:solidFill>
                  <a:schemeClr val="bg1"/>
                </a:solidFill>
              </a:rPr>
              <a:t>2D Animation – Uses X and Y coordinates (e.g., GIFs, cartoons).</a:t>
            </a:r>
          </a:p>
          <a:p>
            <a:pPr marL="342900" indent="-342900">
              <a:buFont typeface="Arial" panose="020B0604020202020204" pitchFamily="34" charset="0"/>
              <a:buChar char="•"/>
            </a:pPr>
            <a:r>
              <a:rPr lang="en-US" sz="2200" dirty="0">
                <a:solidFill>
                  <a:schemeClr val="bg1"/>
                </a:solidFill>
              </a:rPr>
              <a:t>3D Animation – Uses X, Y, and Z coordinates (e.g., Pixar movies, 3D games).</a:t>
            </a:r>
          </a:p>
          <a:p>
            <a:br>
              <a:rPr lang="en-US" sz="2000" dirty="0"/>
            </a:br>
            <a:endParaRPr lang="en-US" sz="2200" dirty="0">
              <a:solidFill>
                <a:schemeClr val="bg1"/>
              </a:solidFill>
            </a:endParaRPr>
          </a:p>
        </p:txBody>
      </p:sp>
    </p:spTree>
    <p:extLst>
      <p:ext uri="{BB962C8B-B14F-4D97-AF65-F5344CB8AC3E}">
        <p14:creationId xmlns:p14="http://schemas.microsoft.com/office/powerpoint/2010/main" val="11974618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750"/>
                                        <p:tgtEl>
                                          <p:spTgt spid="3"/>
                                        </p:tgtEl>
                                      </p:cBhvr>
                                    </p:animEffect>
                                    <p:anim calcmode="lin" valueType="num">
                                      <p:cBhvr>
                                        <p:cTn id="14" dur="750" fill="hold"/>
                                        <p:tgtEl>
                                          <p:spTgt spid="3"/>
                                        </p:tgtEl>
                                        <p:attrNameLst>
                                          <p:attrName>ppt_x</p:attrName>
                                        </p:attrNameLst>
                                      </p:cBhvr>
                                      <p:tavLst>
                                        <p:tav tm="0">
                                          <p:val>
                                            <p:strVal val="#ppt_x"/>
                                          </p:val>
                                        </p:tav>
                                        <p:tav tm="100000">
                                          <p:val>
                                            <p:strVal val="#ppt_x"/>
                                          </p:val>
                                        </p:tav>
                                      </p:tavLst>
                                    </p:anim>
                                    <p:anim calcmode="lin" valueType="num">
                                      <p:cBhvr>
                                        <p:cTn id="15" dur="7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866AEA5-0294-925B-F814-C070382F9A08}"/>
              </a:ext>
            </a:extLst>
          </p:cNvPr>
          <p:cNvSpPr txBox="1"/>
          <p:nvPr/>
        </p:nvSpPr>
        <p:spPr>
          <a:xfrm>
            <a:off x="932286" y="2213282"/>
            <a:ext cx="9160101" cy="2431435"/>
          </a:xfrm>
          <a:prstGeom prst="rect">
            <a:avLst/>
          </a:prstGeom>
          <a:noFill/>
        </p:spPr>
        <p:txBody>
          <a:bodyPr wrap="square" rtlCol="0">
            <a:spAutoFit/>
          </a:bodyPr>
          <a:lstStyle/>
          <a:p>
            <a:r>
              <a:rPr lang="en-US" sz="2200" b="1" dirty="0">
                <a:solidFill>
                  <a:schemeClr val="bg1"/>
                </a:solidFill>
              </a:rPr>
              <a:t>Image Compression:</a:t>
            </a:r>
            <a:endParaRPr lang="en-US" sz="2200" dirty="0">
              <a:solidFill>
                <a:schemeClr val="bg1"/>
              </a:solidFill>
            </a:endParaRPr>
          </a:p>
          <a:p>
            <a:pPr marL="342900" indent="-342900">
              <a:buFont typeface="Arial" panose="020B0604020202020204" pitchFamily="34" charset="0"/>
              <a:buChar char="•"/>
            </a:pPr>
            <a:r>
              <a:rPr lang="en-US" sz="2200" dirty="0">
                <a:solidFill>
                  <a:schemeClr val="bg1"/>
                </a:solidFill>
              </a:rPr>
              <a:t>JPEG: It works well with 24-bit color image. Best for photographs and images with many colors.</a:t>
            </a:r>
          </a:p>
          <a:p>
            <a:pPr marL="342900" indent="-342900">
              <a:buFont typeface="Arial" panose="020B0604020202020204" pitchFamily="34" charset="0"/>
              <a:buChar char="•"/>
            </a:pPr>
            <a:r>
              <a:rPr lang="en-US" sz="2200" dirty="0">
                <a:solidFill>
                  <a:schemeClr val="bg1"/>
                </a:solidFill>
              </a:rPr>
              <a:t>GIF: It supports 8 bit of color information (Grayscale, Color map) deal for images with fewer colors (e.g., cartoons, line drawings).</a:t>
            </a:r>
          </a:p>
          <a:p>
            <a:pPr marL="342900" indent="-342900">
              <a:buFont typeface="Arial" panose="020B0604020202020204" pitchFamily="34" charset="0"/>
              <a:buChar char="•"/>
            </a:pPr>
            <a:r>
              <a:rPr lang="en-US" sz="2200" dirty="0">
                <a:solidFill>
                  <a:schemeClr val="bg1"/>
                </a:solidFill>
              </a:rPr>
              <a:t>PNG: Improved format over GIF, supports transparency.</a:t>
            </a:r>
          </a:p>
          <a:p>
            <a:endParaRPr lang="en-US" dirty="0"/>
          </a:p>
        </p:txBody>
      </p:sp>
    </p:spTree>
    <p:extLst>
      <p:ext uri="{BB962C8B-B14F-4D97-AF65-F5344CB8AC3E}">
        <p14:creationId xmlns:p14="http://schemas.microsoft.com/office/powerpoint/2010/main" val="32980068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anim calcmode="lin" valueType="num">
                                      <p:cBhvr>
                                        <p:cTn id="8" dur="750" fill="hold"/>
                                        <p:tgtEl>
                                          <p:spTgt spid="6"/>
                                        </p:tgtEl>
                                        <p:attrNameLst>
                                          <p:attrName>ppt_x</p:attrName>
                                        </p:attrNameLst>
                                      </p:cBhvr>
                                      <p:tavLst>
                                        <p:tav tm="0">
                                          <p:val>
                                            <p:strVal val="#ppt_x"/>
                                          </p:val>
                                        </p:tav>
                                        <p:tav tm="100000">
                                          <p:val>
                                            <p:strVal val="#ppt_x"/>
                                          </p:val>
                                        </p:tav>
                                      </p:tavLst>
                                    </p:anim>
                                    <p:anim calcmode="lin" valueType="num">
                                      <p:cBhvr>
                                        <p:cTn id="9" dur="7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A7673-A90A-E01F-0FFD-03D6F1143FA6}"/>
              </a:ext>
            </a:extLst>
          </p:cNvPr>
          <p:cNvSpPr>
            <a:spLocks noGrp="1"/>
          </p:cNvSpPr>
          <p:nvPr>
            <p:ph type="title"/>
          </p:nvPr>
        </p:nvSpPr>
        <p:spPr/>
        <p:txBody>
          <a:bodyPr/>
          <a:lstStyle/>
          <a:p>
            <a:r>
              <a:rPr lang="en-US" dirty="0"/>
              <a:t>3.Audio/Sound</a:t>
            </a:r>
          </a:p>
        </p:txBody>
      </p:sp>
      <p:sp>
        <p:nvSpPr>
          <p:cNvPr id="3" name="Table Placeholder 2">
            <a:extLst>
              <a:ext uri="{FF2B5EF4-FFF2-40B4-BE49-F238E27FC236}">
                <a16:creationId xmlns:a16="http://schemas.microsoft.com/office/drawing/2014/main" id="{B3F1934F-76CE-623F-627E-4D25551010D8}"/>
              </a:ext>
            </a:extLst>
          </p:cNvPr>
          <p:cNvSpPr>
            <a:spLocks noGrp="1"/>
          </p:cNvSpPr>
          <p:nvPr>
            <p:ph type="tbl" sz="quarter" idx="13"/>
          </p:nvPr>
        </p:nvSpPr>
        <p:spPr>
          <a:xfrm>
            <a:off x="835024" y="2323662"/>
            <a:ext cx="10649503" cy="3890496"/>
          </a:xfrm>
        </p:spPr>
        <p:txBody>
          <a:bodyPr/>
          <a:lstStyle/>
          <a:p>
            <a:pPr marL="342900" indent="-342900">
              <a:buFont typeface="Arial" panose="020B0604020202020204" pitchFamily="34" charset="0"/>
              <a:buChar char="•"/>
            </a:pPr>
            <a:r>
              <a:rPr lang="en-US" sz="2200" dirty="0">
                <a:solidFill>
                  <a:schemeClr val="bg1"/>
                </a:solidFill>
              </a:rPr>
              <a:t>Adds realism, emotions, and engagement to multimedia.</a:t>
            </a:r>
          </a:p>
          <a:p>
            <a:r>
              <a:rPr lang="en-US" sz="2200" b="1" dirty="0">
                <a:solidFill>
                  <a:schemeClr val="bg1"/>
                </a:solidFill>
              </a:rPr>
              <a:t>Properties of Sound:</a:t>
            </a:r>
            <a:endParaRPr lang="en-US" sz="2200" dirty="0">
              <a:solidFill>
                <a:schemeClr val="bg1"/>
              </a:solidFill>
            </a:endParaRPr>
          </a:p>
          <a:p>
            <a:pPr marL="342900" indent="-342900">
              <a:buFont typeface="Arial" panose="020B0604020202020204" pitchFamily="34" charset="0"/>
              <a:buChar char="•"/>
            </a:pPr>
            <a:r>
              <a:rPr lang="en-US" sz="2200" dirty="0">
                <a:solidFill>
                  <a:schemeClr val="bg1"/>
                </a:solidFill>
              </a:rPr>
              <a:t>Amplitude: Measures the loudness of sound. Measured in decibels (dB).</a:t>
            </a:r>
          </a:p>
          <a:p>
            <a:pPr marL="342900" indent="-342900">
              <a:buFont typeface="Arial" panose="020B0604020202020204" pitchFamily="34" charset="0"/>
              <a:buChar char="•"/>
            </a:pPr>
            <a:r>
              <a:rPr lang="en-US" sz="2200" dirty="0">
                <a:solidFill>
                  <a:schemeClr val="bg1"/>
                </a:solidFill>
              </a:rPr>
              <a:t>Frequency: Measures the pitch of sound. Measured in Hertz (Hz).</a:t>
            </a:r>
          </a:p>
          <a:p>
            <a:pPr marL="342900" indent="-342900">
              <a:buFont typeface="Arial" panose="020B0604020202020204" pitchFamily="34" charset="0"/>
              <a:buChar char="•"/>
            </a:pPr>
            <a:r>
              <a:rPr lang="en-US" sz="2200" dirty="0">
                <a:solidFill>
                  <a:schemeClr val="bg1"/>
                </a:solidFill>
              </a:rPr>
              <a:t>Bandwidth: The range of frequencies in a sound signal.</a:t>
            </a:r>
          </a:p>
          <a:p>
            <a:r>
              <a:rPr lang="en-US" sz="2200" b="1" dirty="0">
                <a:solidFill>
                  <a:schemeClr val="bg1"/>
                </a:solidFill>
              </a:rPr>
              <a:t>Digital Audio:</a:t>
            </a:r>
            <a:endParaRPr lang="en-US" sz="2200" dirty="0">
              <a:solidFill>
                <a:schemeClr val="bg1"/>
              </a:solidFill>
            </a:endParaRPr>
          </a:p>
          <a:p>
            <a:pPr marL="342900" indent="-342900">
              <a:buFont typeface="Arial" panose="020B0604020202020204" pitchFamily="34" charset="0"/>
              <a:buChar char="•"/>
            </a:pPr>
            <a:r>
              <a:rPr lang="en-US" sz="2200" dirty="0">
                <a:solidFill>
                  <a:schemeClr val="bg1"/>
                </a:solidFill>
              </a:rPr>
              <a:t>Analog sound waves are converted into digital format using an Analog-to-Digital Converter (ADC).</a:t>
            </a:r>
          </a:p>
          <a:p>
            <a:pPr marL="342900" indent="-342900">
              <a:buFont typeface="Arial" panose="020B0604020202020204" pitchFamily="34" charset="0"/>
              <a:buChar char="•"/>
            </a:pPr>
            <a:r>
              <a:rPr lang="en-US" sz="2200" dirty="0">
                <a:solidFill>
                  <a:schemeClr val="bg1"/>
                </a:solidFill>
              </a:rPr>
              <a:t>Digital audio is stored in formats like WAV, MP3, and MIDI.</a:t>
            </a:r>
          </a:p>
        </p:txBody>
      </p:sp>
    </p:spTree>
    <p:extLst>
      <p:ext uri="{BB962C8B-B14F-4D97-AF65-F5344CB8AC3E}">
        <p14:creationId xmlns:p14="http://schemas.microsoft.com/office/powerpoint/2010/main" val="7689019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750"/>
                                        <p:tgtEl>
                                          <p:spTgt spid="3"/>
                                        </p:tgtEl>
                                      </p:cBhvr>
                                    </p:animEffect>
                                    <p:anim calcmode="lin" valueType="num">
                                      <p:cBhvr>
                                        <p:cTn id="14" dur="750" fill="hold"/>
                                        <p:tgtEl>
                                          <p:spTgt spid="3"/>
                                        </p:tgtEl>
                                        <p:attrNameLst>
                                          <p:attrName>ppt_x</p:attrName>
                                        </p:attrNameLst>
                                      </p:cBhvr>
                                      <p:tavLst>
                                        <p:tav tm="0">
                                          <p:val>
                                            <p:strVal val="#ppt_x"/>
                                          </p:val>
                                        </p:tav>
                                        <p:tav tm="100000">
                                          <p:val>
                                            <p:strVal val="#ppt_x"/>
                                          </p:val>
                                        </p:tav>
                                      </p:tavLst>
                                    </p:anim>
                                    <p:anim calcmode="lin" valueType="num">
                                      <p:cBhvr>
                                        <p:cTn id="15" dur="7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74F34-6E35-5AA8-E4FB-90686F70A4DD}"/>
              </a:ext>
            </a:extLst>
          </p:cNvPr>
          <p:cNvSpPr>
            <a:spLocks noGrp="1"/>
          </p:cNvSpPr>
          <p:nvPr>
            <p:ph type="title"/>
          </p:nvPr>
        </p:nvSpPr>
        <p:spPr/>
        <p:txBody>
          <a:bodyPr/>
          <a:lstStyle/>
          <a:p>
            <a:r>
              <a:rPr lang="en-US" dirty="0"/>
              <a:t>4.Video</a:t>
            </a:r>
          </a:p>
        </p:txBody>
      </p:sp>
      <p:sp>
        <p:nvSpPr>
          <p:cNvPr id="3" name="Table Placeholder 2">
            <a:extLst>
              <a:ext uri="{FF2B5EF4-FFF2-40B4-BE49-F238E27FC236}">
                <a16:creationId xmlns:a16="http://schemas.microsoft.com/office/drawing/2014/main" id="{52B87C01-01BF-A58D-8CFE-BCE5BE94D7BD}"/>
              </a:ext>
            </a:extLst>
          </p:cNvPr>
          <p:cNvSpPr>
            <a:spLocks noGrp="1"/>
          </p:cNvSpPr>
          <p:nvPr>
            <p:ph type="tbl" sz="quarter" idx="13"/>
          </p:nvPr>
        </p:nvSpPr>
        <p:spPr>
          <a:xfrm>
            <a:off x="1000663" y="2363912"/>
            <a:ext cx="10644997" cy="5418796"/>
          </a:xfrm>
        </p:spPr>
        <p:txBody>
          <a:bodyPr/>
          <a:lstStyle/>
          <a:p>
            <a:pPr marL="342900" indent="-342900">
              <a:buFont typeface="Arial" panose="020B0604020202020204" pitchFamily="34" charset="0"/>
              <a:buChar char="•"/>
            </a:pPr>
            <a:r>
              <a:rPr lang="en-US" sz="2200" dirty="0">
                <a:solidFill>
                  <a:schemeClr val="bg1"/>
                </a:solidFill>
              </a:rPr>
              <a:t>Sequence of images (frames) displayed rapidly to create motion.</a:t>
            </a:r>
          </a:p>
          <a:p>
            <a:pPr marL="342900" indent="-342900">
              <a:buFont typeface="Arial" panose="020B0604020202020204" pitchFamily="34" charset="0"/>
              <a:buChar char="•"/>
            </a:pPr>
            <a:r>
              <a:rPr lang="en-US" sz="2200" dirty="0">
                <a:solidFill>
                  <a:schemeClr val="bg1"/>
                </a:solidFill>
              </a:rPr>
              <a:t>Allows real-time video transmission over the internet.</a:t>
            </a:r>
          </a:p>
          <a:p>
            <a:pPr marL="342900" indent="-342900">
              <a:buFont typeface="Arial" panose="020B0604020202020204" pitchFamily="34" charset="0"/>
              <a:buChar char="•"/>
            </a:pPr>
            <a:r>
              <a:rPr lang="en-US" sz="2200" dirty="0">
                <a:solidFill>
                  <a:schemeClr val="bg1"/>
                </a:solidFill>
              </a:rPr>
              <a:t>Enhances interactivity and visual appeal.</a:t>
            </a:r>
          </a:p>
          <a:p>
            <a:pPr marL="342900" indent="-342900">
              <a:buFont typeface="Arial" panose="020B0604020202020204" pitchFamily="34" charset="0"/>
              <a:buChar char="•"/>
            </a:pPr>
            <a:r>
              <a:rPr lang="en-US" sz="2200" dirty="0">
                <a:solidFill>
                  <a:schemeClr val="bg1"/>
                </a:solidFill>
              </a:rPr>
              <a:t>Video is a time-dependent medium, meaning it requires a specific duration to play.</a:t>
            </a:r>
          </a:p>
          <a:p>
            <a:pPr>
              <a:buFont typeface="Arial" panose="020B0604020202020204" pitchFamily="34" charset="0"/>
              <a:buChar char="•"/>
            </a:pPr>
            <a:r>
              <a:rPr lang="en-US" sz="2200" b="1" dirty="0">
                <a:solidFill>
                  <a:schemeClr val="bg1"/>
                </a:solidFill>
              </a:rPr>
              <a:t>   Types of Video:</a:t>
            </a:r>
          </a:p>
          <a:p>
            <a:r>
              <a:rPr lang="en-US" sz="2200" b="1" dirty="0">
                <a:solidFill>
                  <a:schemeClr val="bg1"/>
                </a:solidFill>
              </a:rPr>
              <a:t>      </a:t>
            </a:r>
            <a:r>
              <a:rPr lang="en-US" sz="2200" dirty="0">
                <a:solidFill>
                  <a:schemeClr val="bg1"/>
                </a:solidFill>
              </a:rPr>
              <a:t>Live-action videos – Recorded using cameras.</a:t>
            </a:r>
          </a:p>
          <a:p>
            <a:r>
              <a:rPr lang="en-US" sz="2200" b="1" dirty="0">
                <a:solidFill>
                  <a:schemeClr val="bg1"/>
                </a:solidFill>
              </a:rPr>
              <a:t>      </a:t>
            </a:r>
            <a:r>
              <a:rPr lang="en-US" sz="2200" dirty="0">
                <a:solidFill>
                  <a:schemeClr val="bg1"/>
                </a:solidFill>
              </a:rPr>
              <a:t>Animated videos – Created using software (e.g., Blender, After Effects).</a:t>
            </a:r>
          </a:p>
          <a:p>
            <a:pPr marL="342900" indent="-342900">
              <a:buFont typeface="Arial" panose="020B0604020202020204" pitchFamily="34" charset="0"/>
              <a:buChar char="•"/>
            </a:pPr>
            <a:r>
              <a:rPr lang="en-US" sz="2200" dirty="0">
                <a:solidFill>
                  <a:schemeClr val="bg1"/>
                </a:solidFill>
              </a:rPr>
              <a:t>Common video formats: MP4, AVI, MOV, FLV.</a:t>
            </a:r>
          </a:p>
        </p:txBody>
      </p:sp>
    </p:spTree>
    <p:extLst>
      <p:ext uri="{BB962C8B-B14F-4D97-AF65-F5344CB8AC3E}">
        <p14:creationId xmlns:p14="http://schemas.microsoft.com/office/powerpoint/2010/main" val="24133964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750"/>
                                        <p:tgtEl>
                                          <p:spTgt spid="3"/>
                                        </p:tgtEl>
                                      </p:cBhvr>
                                    </p:animEffect>
                                    <p:anim calcmode="lin" valueType="num">
                                      <p:cBhvr>
                                        <p:cTn id="14" dur="750" fill="hold"/>
                                        <p:tgtEl>
                                          <p:spTgt spid="3"/>
                                        </p:tgtEl>
                                        <p:attrNameLst>
                                          <p:attrName>ppt_x</p:attrName>
                                        </p:attrNameLst>
                                      </p:cBhvr>
                                      <p:tavLst>
                                        <p:tav tm="0">
                                          <p:val>
                                            <p:strVal val="#ppt_x"/>
                                          </p:val>
                                        </p:tav>
                                        <p:tav tm="100000">
                                          <p:val>
                                            <p:strVal val="#ppt_x"/>
                                          </p:val>
                                        </p:tav>
                                      </p:tavLst>
                                    </p:anim>
                                    <p:anim calcmode="lin" valueType="num">
                                      <p:cBhvr>
                                        <p:cTn id="15" dur="7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2C37780-93B4-E1A7-5FC6-B1D37E061FC4}"/>
              </a:ext>
            </a:extLst>
          </p:cNvPr>
          <p:cNvSpPr txBox="1"/>
          <p:nvPr/>
        </p:nvSpPr>
        <p:spPr>
          <a:xfrm>
            <a:off x="693762" y="1406496"/>
            <a:ext cx="10132388" cy="430887"/>
          </a:xfrm>
          <a:prstGeom prst="rect">
            <a:avLst/>
          </a:prstGeom>
          <a:noFill/>
        </p:spPr>
        <p:txBody>
          <a:bodyPr wrap="square" rtlCol="0">
            <a:spAutoFit/>
          </a:bodyPr>
          <a:lstStyle/>
          <a:p>
            <a:pPr algn="l">
              <a:spcBef>
                <a:spcPts val="300"/>
              </a:spcBef>
              <a:buFont typeface="Arial" panose="020B0604020202020204" pitchFamily="34" charset="0"/>
              <a:buChar char="•"/>
            </a:pPr>
            <a:r>
              <a:rPr lang="en-US" sz="2200" b="1" dirty="0">
                <a:solidFill>
                  <a:schemeClr val="bg1"/>
                </a:solidFill>
              </a:rPr>
              <a:t>Video Compression:-</a:t>
            </a:r>
          </a:p>
        </p:txBody>
      </p:sp>
      <p:sp>
        <p:nvSpPr>
          <p:cNvPr id="6" name="TextBox 5">
            <a:extLst>
              <a:ext uri="{FF2B5EF4-FFF2-40B4-BE49-F238E27FC236}">
                <a16:creationId xmlns:a16="http://schemas.microsoft.com/office/drawing/2014/main" id="{66606D49-2B9D-A55F-52FF-9BA5E59ACEF0}"/>
              </a:ext>
            </a:extLst>
          </p:cNvPr>
          <p:cNvSpPr txBox="1"/>
          <p:nvPr/>
        </p:nvSpPr>
        <p:spPr>
          <a:xfrm>
            <a:off x="1139350" y="1837383"/>
            <a:ext cx="10132389" cy="2100575"/>
          </a:xfrm>
          <a:prstGeom prst="rect">
            <a:avLst/>
          </a:prstGeom>
          <a:noFill/>
        </p:spPr>
        <p:txBody>
          <a:bodyPr wrap="square" rtlCol="0">
            <a:spAutoFit/>
          </a:bodyPr>
          <a:lstStyle/>
          <a:p>
            <a:pPr marL="342900" indent="-342900" algn="l">
              <a:spcBef>
                <a:spcPts val="300"/>
              </a:spcBef>
              <a:buFont typeface="Arial" panose="020B0604020202020204" pitchFamily="34" charset="0"/>
              <a:buChar char="•"/>
            </a:pPr>
            <a:r>
              <a:rPr lang="en-US" sz="2200" dirty="0">
                <a:solidFill>
                  <a:schemeClr val="bg1"/>
                </a:solidFill>
              </a:rPr>
              <a:t>Video files are often large, so compression is used to reduce file size without   significantly affecting quality. Compression can be lossy (some data is lost) or lossless (no data is lost). </a:t>
            </a:r>
          </a:p>
          <a:p>
            <a:pPr marL="342900" indent="-342900" algn="l">
              <a:spcBef>
                <a:spcPts val="300"/>
              </a:spcBef>
              <a:buFont typeface="Arial" panose="020B0604020202020204" pitchFamily="34" charset="0"/>
              <a:buChar char="•"/>
            </a:pPr>
            <a:r>
              <a:rPr lang="en-US" sz="2200" dirty="0">
                <a:solidFill>
                  <a:schemeClr val="bg1"/>
                </a:solidFill>
              </a:rPr>
              <a:t>Software or hardware used to compress and decompress video files is called </a:t>
            </a:r>
            <a:r>
              <a:rPr lang="en-US" sz="2200" i="0" dirty="0">
                <a:solidFill>
                  <a:srgbClr val="F8FAFF"/>
                </a:solidFill>
                <a:effectLst/>
                <a:latin typeface="Inter"/>
              </a:rPr>
              <a:t>Codecs (Compressor-Decompressor) </a:t>
            </a:r>
            <a:r>
              <a:rPr lang="en-US" sz="2200" i="0" dirty="0" err="1">
                <a:solidFill>
                  <a:srgbClr val="F8FAFF"/>
                </a:solidFill>
                <a:effectLst/>
                <a:latin typeface="Inter"/>
              </a:rPr>
              <a:t>eg</a:t>
            </a:r>
            <a:r>
              <a:rPr lang="en-US" sz="2200" dirty="0" err="1">
                <a:solidFill>
                  <a:srgbClr val="F8FAFF"/>
                </a:solidFill>
                <a:latin typeface="Inter"/>
              </a:rPr>
              <a:t>.</a:t>
            </a:r>
            <a:r>
              <a:rPr lang="en-US" sz="2200" dirty="0">
                <a:solidFill>
                  <a:srgbClr val="F8FAFF"/>
                </a:solidFill>
                <a:latin typeface="Inter"/>
              </a:rPr>
              <a:t> of codecs:</a:t>
            </a:r>
            <a:endParaRPr lang="en-US" sz="2200" i="0" dirty="0">
              <a:solidFill>
                <a:srgbClr val="F8FAFF"/>
              </a:solidFill>
              <a:effectLst/>
              <a:latin typeface="Inter"/>
            </a:endParaRPr>
          </a:p>
          <a:p>
            <a:endParaRPr lang="en-US" dirty="0"/>
          </a:p>
        </p:txBody>
      </p:sp>
      <p:sp>
        <p:nvSpPr>
          <p:cNvPr id="7" name="TextBox 6">
            <a:extLst>
              <a:ext uri="{FF2B5EF4-FFF2-40B4-BE49-F238E27FC236}">
                <a16:creationId xmlns:a16="http://schemas.microsoft.com/office/drawing/2014/main" id="{65574C32-8A33-9FD8-041B-C32AD6422FAA}"/>
              </a:ext>
            </a:extLst>
          </p:cNvPr>
          <p:cNvSpPr txBox="1"/>
          <p:nvPr/>
        </p:nvSpPr>
        <p:spPr>
          <a:xfrm>
            <a:off x="1893326" y="3670965"/>
            <a:ext cx="9097427" cy="1461939"/>
          </a:xfrm>
          <a:prstGeom prst="rect">
            <a:avLst/>
          </a:prstGeom>
          <a:noFill/>
        </p:spPr>
        <p:txBody>
          <a:bodyPr wrap="none" rtlCol="0">
            <a:spAutoFit/>
          </a:bodyPr>
          <a:lstStyle/>
          <a:p>
            <a:pPr marL="342900" indent="-342900" algn="l">
              <a:spcBef>
                <a:spcPts val="300"/>
              </a:spcBef>
              <a:buFont typeface="Arial" panose="020B0604020202020204" pitchFamily="34" charset="0"/>
              <a:buChar char="•"/>
            </a:pPr>
            <a:r>
              <a:rPr lang="en-US" sz="2200" i="0" dirty="0">
                <a:solidFill>
                  <a:srgbClr val="F8FAFF"/>
                </a:solidFill>
                <a:effectLst/>
                <a:latin typeface="Inter"/>
              </a:rPr>
              <a:t>H.264: Widely used for online streaming (e.g., YouTube, Netflix).</a:t>
            </a:r>
          </a:p>
          <a:p>
            <a:pPr marL="342900" indent="-342900" algn="l">
              <a:spcBef>
                <a:spcPts val="300"/>
              </a:spcBef>
              <a:buFont typeface="Arial" panose="020B0604020202020204" pitchFamily="34" charset="0"/>
              <a:buChar char="•"/>
            </a:pPr>
            <a:r>
              <a:rPr lang="en-US" sz="2200" i="0" dirty="0">
                <a:solidFill>
                  <a:srgbClr val="F8FAFF"/>
                </a:solidFill>
                <a:effectLst/>
                <a:latin typeface="Inter"/>
              </a:rPr>
              <a:t>H.265 (HEVC): Provides better compression than H.264, used for 4K videos.</a:t>
            </a:r>
          </a:p>
          <a:p>
            <a:pPr marL="342900" indent="-342900" algn="l">
              <a:spcBef>
                <a:spcPts val="300"/>
              </a:spcBef>
              <a:buFont typeface="Arial" panose="020B0604020202020204" pitchFamily="34" charset="0"/>
              <a:buChar char="•"/>
            </a:pPr>
            <a:r>
              <a:rPr lang="en-US" sz="2200" i="0" dirty="0">
                <a:solidFill>
                  <a:srgbClr val="F8FAFF"/>
                </a:solidFill>
                <a:effectLst/>
                <a:latin typeface="Inter"/>
              </a:rPr>
              <a:t>VP9: Developed by Google, used for </a:t>
            </a:r>
            <a:r>
              <a:rPr lang="en-US" sz="2200" i="0" dirty="0" err="1">
                <a:solidFill>
                  <a:srgbClr val="F8FAFF"/>
                </a:solidFill>
                <a:effectLst/>
                <a:latin typeface="Inter"/>
              </a:rPr>
              <a:t>WebM</a:t>
            </a:r>
            <a:r>
              <a:rPr lang="en-US" sz="2200" i="0" dirty="0">
                <a:solidFill>
                  <a:srgbClr val="F8FAFF"/>
                </a:solidFill>
                <a:effectLst/>
                <a:latin typeface="Inter"/>
              </a:rPr>
              <a:t> videos.</a:t>
            </a:r>
          </a:p>
          <a:p>
            <a:endParaRPr lang="en-US" dirty="0"/>
          </a:p>
        </p:txBody>
      </p:sp>
    </p:spTree>
    <p:extLst>
      <p:ext uri="{BB962C8B-B14F-4D97-AF65-F5344CB8AC3E}">
        <p14:creationId xmlns:p14="http://schemas.microsoft.com/office/powerpoint/2010/main" val="26273054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anim calcmode="lin" valueType="num">
                                      <p:cBhvr>
                                        <p:cTn id="8" dur="750" fill="hold"/>
                                        <p:tgtEl>
                                          <p:spTgt spid="5"/>
                                        </p:tgtEl>
                                        <p:attrNameLst>
                                          <p:attrName>ppt_x</p:attrName>
                                        </p:attrNameLst>
                                      </p:cBhvr>
                                      <p:tavLst>
                                        <p:tav tm="0">
                                          <p:val>
                                            <p:strVal val="#ppt_x"/>
                                          </p:val>
                                        </p:tav>
                                        <p:tav tm="100000">
                                          <p:val>
                                            <p:strVal val="#ppt_x"/>
                                          </p:val>
                                        </p:tav>
                                      </p:tavLst>
                                    </p:anim>
                                    <p:anim calcmode="lin" valueType="num">
                                      <p:cBhvr>
                                        <p:cTn id="9" dur="75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anim calcmode="lin" valueType="num">
                                      <p:cBhvr>
                                        <p:cTn id="14" dur="500" fill="hold"/>
                                        <p:tgtEl>
                                          <p:spTgt spid="6"/>
                                        </p:tgtEl>
                                        <p:attrNameLst>
                                          <p:attrName>ppt_x</p:attrName>
                                        </p:attrNameLst>
                                      </p:cBhvr>
                                      <p:tavLst>
                                        <p:tav tm="0">
                                          <p:val>
                                            <p:strVal val="#ppt_x"/>
                                          </p:val>
                                        </p:tav>
                                        <p:tav tm="100000">
                                          <p:val>
                                            <p:strVal val="#ppt_x"/>
                                          </p:val>
                                        </p:tav>
                                      </p:tavLst>
                                    </p:anim>
                                    <p:anim calcmode="lin" valueType="num">
                                      <p:cBhvr>
                                        <p:cTn id="15" dur="500" fill="hold"/>
                                        <p:tgtEl>
                                          <p:spTgt spid="6"/>
                                        </p:tgtEl>
                                        <p:attrNameLst>
                                          <p:attrName>ppt_y</p:attrName>
                                        </p:attrNameLst>
                                      </p:cBhvr>
                                      <p:tavLst>
                                        <p:tav tm="0">
                                          <p:val>
                                            <p:strVal val="#ppt_y+.1"/>
                                          </p:val>
                                        </p:tav>
                                        <p:tav tm="100000">
                                          <p:val>
                                            <p:strVal val="#ppt_y"/>
                                          </p:val>
                                        </p:tav>
                                      </p:tavLst>
                                    </p:anim>
                                  </p:childTnLst>
                                </p:cTn>
                              </p:par>
                            </p:childTnLst>
                          </p:cTn>
                        </p:par>
                        <p:par>
                          <p:cTn id="16" fill="hold">
                            <p:stCondLst>
                              <p:cond delay="1250"/>
                            </p:stCondLst>
                            <p:childTnLst>
                              <p:par>
                                <p:cTn id="17" presetID="42"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anim calcmode="lin" valueType="num">
                                      <p:cBhvr>
                                        <p:cTn id="20" dur="500" fill="hold"/>
                                        <p:tgtEl>
                                          <p:spTgt spid="7"/>
                                        </p:tgtEl>
                                        <p:attrNameLst>
                                          <p:attrName>ppt_x</p:attrName>
                                        </p:attrNameLst>
                                      </p:cBhvr>
                                      <p:tavLst>
                                        <p:tav tm="0">
                                          <p:val>
                                            <p:strVal val="#ppt_x"/>
                                          </p:val>
                                        </p:tav>
                                        <p:tav tm="100000">
                                          <p:val>
                                            <p:strVal val="#ppt_x"/>
                                          </p:val>
                                        </p:tav>
                                      </p:tavLst>
                                    </p:anim>
                                    <p:anim calcmode="lin" valueType="num">
                                      <p:cBhvr>
                                        <p:cTn id="21"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403B8-AF43-F471-91AE-482CBFD588E6}"/>
              </a:ext>
            </a:extLst>
          </p:cNvPr>
          <p:cNvSpPr>
            <a:spLocks noGrp="1"/>
          </p:cNvSpPr>
          <p:nvPr>
            <p:ph type="title"/>
          </p:nvPr>
        </p:nvSpPr>
        <p:spPr/>
        <p:txBody>
          <a:bodyPr/>
          <a:lstStyle/>
          <a:p>
            <a:r>
              <a:rPr lang="en-US" dirty="0"/>
              <a:t>5.Animation</a:t>
            </a:r>
          </a:p>
        </p:txBody>
      </p:sp>
      <p:sp>
        <p:nvSpPr>
          <p:cNvPr id="3" name="Table Placeholder 2">
            <a:extLst>
              <a:ext uri="{FF2B5EF4-FFF2-40B4-BE49-F238E27FC236}">
                <a16:creationId xmlns:a16="http://schemas.microsoft.com/office/drawing/2014/main" id="{0384B785-5C78-6387-B9F1-16CD1AF2500B}"/>
              </a:ext>
            </a:extLst>
          </p:cNvPr>
          <p:cNvSpPr>
            <a:spLocks noGrp="1"/>
          </p:cNvSpPr>
          <p:nvPr>
            <p:ph type="tbl" sz="quarter" idx="13"/>
          </p:nvPr>
        </p:nvSpPr>
        <p:spPr>
          <a:xfrm>
            <a:off x="835024" y="2198328"/>
            <a:ext cx="10603601" cy="4015830"/>
          </a:xfrm>
        </p:spPr>
        <p:txBody>
          <a:bodyPr/>
          <a:lstStyle/>
          <a:p>
            <a:pPr marL="342900" indent="-342900">
              <a:buFont typeface="Arial" panose="020B0604020202020204" pitchFamily="34" charset="0"/>
              <a:buChar char="•"/>
            </a:pPr>
            <a:r>
              <a:rPr lang="en-US" sz="2200" dirty="0">
                <a:solidFill>
                  <a:schemeClr val="bg1"/>
                </a:solidFill>
              </a:rPr>
              <a:t>Animation is the process of displaying a sequence of still images in rapid succession to create the illusion of motion.</a:t>
            </a:r>
          </a:p>
          <a:p>
            <a:pPr marL="342900" indent="-342900">
              <a:buFont typeface="Arial" panose="020B0604020202020204" pitchFamily="34" charset="0"/>
              <a:buChar char="•"/>
            </a:pPr>
            <a:r>
              <a:rPr lang="en-US" sz="2200" dirty="0">
                <a:solidFill>
                  <a:schemeClr val="bg1"/>
                </a:solidFill>
              </a:rPr>
              <a:t>The process of producing animations has four steps: </a:t>
            </a:r>
          </a:p>
          <a:p>
            <a:r>
              <a:rPr lang="en-US" dirty="0">
                <a:solidFill>
                  <a:schemeClr val="bg1"/>
                </a:solidFill>
              </a:rPr>
              <a:t>          </a:t>
            </a:r>
          </a:p>
        </p:txBody>
      </p:sp>
      <p:sp>
        <p:nvSpPr>
          <p:cNvPr id="4" name="TextBox 3">
            <a:extLst>
              <a:ext uri="{FF2B5EF4-FFF2-40B4-BE49-F238E27FC236}">
                <a16:creationId xmlns:a16="http://schemas.microsoft.com/office/drawing/2014/main" id="{EDFF4A62-E6DE-0CCD-E53D-A7E587B1BBB2}"/>
              </a:ext>
            </a:extLst>
          </p:cNvPr>
          <p:cNvSpPr txBox="1"/>
          <p:nvPr/>
        </p:nvSpPr>
        <p:spPr>
          <a:xfrm>
            <a:off x="1207698" y="3272226"/>
            <a:ext cx="10818352" cy="2739211"/>
          </a:xfrm>
          <a:prstGeom prst="rect">
            <a:avLst/>
          </a:prstGeom>
          <a:noFill/>
        </p:spPr>
        <p:txBody>
          <a:bodyPr wrap="square" rtlCol="0">
            <a:spAutoFit/>
          </a:bodyPr>
          <a:lstStyle/>
          <a:p>
            <a:r>
              <a:rPr lang="en-US" sz="2200" dirty="0">
                <a:solidFill>
                  <a:schemeClr val="bg1"/>
                </a:solidFill>
              </a:rPr>
              <a:t>(1) storyboard layout that sets up the outline of the actions and motion               sequence as a simple chain of events, </a:t>
            </a:r>
          </a:p>
          <a:p>
            <a:r>
              <a:rPr lang="en-US" sz="2200" dirty="0">
                <a:solidFill>
                  <a:schemeClr val="bg1"/>
                </a:solidFill>
              </a:rPr>
              <a:t>(2) defining the objects involved, so as to animate each of them, </a:t>
            </a:r>
          </a:p>
          <a:p>
            <a:r>
              <a:rPr lang="en-US" sz="2200" dirty="0">
                <a:solidFill>
                  <a:schemeClr val="bg1"/>
                </a:solidFill>
              </a:rPr>
              <a:t>(3) specifications of key frames that define the actual drawing of the animation scene at a certain point in time, and </a:t>
            </a:r>
          </a:p>
          <a:p>
            <a:r>
              <a:rPr lang="en-US" sz="2200" dirty="0">
                <a:solidFill>
                  <a:schemeClr val="bg1"/>
                </a:solidFill>
              </a:rPr>
              <a:t>(4) generation of intermediate frames that describes the amount of in-between frames between key frames. </a:t>
            </a:r>
          </a:p>
          <a:p>
            <a:endParaRPr lang="en-US" dirty="0"/>
          </a:p>
        </p:txBody>
      </p:sp>
    </p:spTree>
    <p:extLst>
      <p:ext uri="{BB962C8B-B14F-4D97-AF65-F5344CB8AC3E}">
        <p14:creationId xmlns:p14="http://schemas.microsoft.com/office/powerpoint/2010/main" val="41112457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750"/>
                                        <p:tgtEl>
                                          <p:spTgt spid="3"/>
                                        </p:tgtEl>
                                      </p:cBhvr>
                                    </p:animEffect>
                                    <p:anim calcmode="lin" valueType="num">
                                      <p:cBhvr>
                                        <p:cTn id="14" dur="750" fill="hold"/>
                                        <p:tgtEl>
                                          <p:spTgt spid="3"/>
                                        </p:tgtEl>
                                        <p:attrNameLst>
                                          <p:attrName>ppt_x</p:attrName>
                                        </p:attrNameLst>
                                      </p:cBhvr>
                                      <p:tavLst>
                                        <p:tav tm="0">
                                          <p:val>
                                            <p:strVal val="#ppt_x"/>
                                          </p:val>
                                        </p:tav>
                                        <p:tav tm="100000">
                                          <p:val>
                                            <p:strVal val="#ppt_x"/>
                                          </p:val>
                                        </p:tav>
                                      </p:tavLst>
                                    </p:anim>
                                    <p:anim calcmode="lin" valueType="num">
                                      <p:cBhvr>
                                        <p:cTn id="15" dur="750" fill="hold"/>
                                        <p:tgtEl>
                                          <p:spTgt spid="3"/>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2" presetClass="entr" presetSubtype="0"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anim calcmode="lin" valueType="num">
                                      <p:cBhvr>
                                        <p:cTn id="20" dur="500" fill="hold"/>
                                        <p:tgtEl>
                                          <p:spTgt spid="4"/>
                                        </p:tgtEl>
                                        <p:attrNameLst>
                                          <p:attrName>ppt_x</p:attrName>
                                        </p:attrNameLst>
                                      </p:cBhvr>
                                      <p:tavLst>
                                        <p:tav tm="0">
                                          <p:val>
                                            <p:strVal val="#ppt_x"/>
                                          </p:val>
                                        </p:tav>
                                        <p:tav tm="100000">
                                          <p:val>
                                            <p:strVal val="#ppt_x"/>
                                          </p:val>
                                        </p:tav>
                                      </p:tavLst>
                                    </p:anim>
                                    <p:anim calcmode="lin" valueType="num">
                                      <p:cBhvr>
                                        <p:cTn id="21"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40CB0-FC9A-F009-3FB5-F94E0C5F056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5BDEDA1-64E6-93E7-9D1B-31F70DDDA085}"/>
              </a:ext>
            </a:extLst>
          </p:cNvPr>
          <p:cNvSpPr txBox="1"/>
          <p:nvPr/>
        </p:nvSpPr>
        <p:spPr>
          <a:xfrm>
            <a:off x="621269" y="1047395"/>
            <a:ext cx="10800105" cy="4801314"/>
          </a:xfrm>
          <a:prstGeom prst="rect">
            <a:avLst/>
          </a:prstGeom>
          <a:noFill/>
        </p:spPr>
        <p:txBody>
          <a:bodyPr wrap="square" rtlCol="0">
            <a:spAutoFit/>
          </a:bodyPr>
          <a:lstStyle/>
          <a:p>
            <a:r>
              <a:rPr lang="en-US" sz="2200" b="1" dirty="0">
                <a:solidFill>
                  <a:schemeClr val="bg1"/>
                </a:solidFill>
              </a:rPr>
              <a:t>Creation of Animation:</a:t>
            </a:r>
            <a:endParaRPr lang="en-US" sz="2200" dirty="0">
              <a:solidFill>
                <a:schemeClr val="bg1"/>
              </a:solidFill>
            </a:endParaRPr>
          </a:p>
          <a:p>
            <a:pPr marL="457200" indent="-457200">
              <a:buFont typeface="+mj-lt"/>
              <a:buAutoNum type="arabicPeriod"/>
            </a:pPr>
            <a:r>
              <a:rPr lang="en-US" sz="2200" b="1" dirty="0">
                <a:solidFill>
                  <a:schemeClr val="bg1"/>
                </a:solidFill>
              </a:rPr>
              <a:t> Looping:</a:t>
            </a:r>
            <a:endParaRPr lang="en-US" sz="2200" dirty="0">
              <a:solidFill>
                <a:schemeClr val="bg1"/>
              </a:solidFill>
            </a:endParaRPr>
          </a:p>
          <a:p>
            <a:pPr marL="914400" lvl="1" indent="-457200">
              <a:buFont typeface="Arial" panose="020B0604020202020204" pitchFamily="34" charset="0"/>
              <a:buChar char="•"/>
            </a:pPr>
            <a:r>
              <a:rPr lang="en-US" sz="2200" dirty="0">
                <a:solidFill>
                  <a:schemeClr val="bg1"/>
                </a:solidFill>
              </a:rPr>
              <a:t>Playing a short sequence of frames repeatedly.</a:t>
            </a:r>
          </a:p>
          <a:p>
            <a:pPr marL="914400" lvl="1" indent="-457200">
              <a:buFont typeface="Arial" panose="020B0604020202020204" pitchFamily="34" charset="0"/>
              <a:buChar char="•"/>
            </a:pPr>
            <a:r>
              <a:rPr lang="en-US" sz="2200" dirty="0">
                <a:solidFill>
                  <a:schemeClr val="bg1"/>
                </a:solidFill>
              </a:rPr>
              <a:t>Example: A rabbit hopping in 2–3 frames, looped to make it appear as if the rabbit is walking.</a:t>
            </a:r>
          </a:p>
          <a:p>
            <a:pPr marL="457200" indent="-457200">
              <a:buFont typeface="+mj-lt"/>
              <a:buAutoNum type="arabicPeriod"/>
            </a:pPr>
            <a:r>
              <a:rPr lang="en-US" sz="2200" b="1" dirty="0">
                <a:solidFill>
                  <a:schemeClr val="bg1"/>
                </a:solidFill>
              </a:rPr>
              <a:t>Morphing:</a:t>
            </a:r>
            <a:endParaRPr lang="en-US" sz="2200" dirty="0">
              <a:solidFill>
                <a:schemeClr val="bg1"/>
              </a:solidFill>
            </a:endParaRPr>
          </a:p>
          <a:p>
            <a:pPr marL="914400" lvl="1" indent="-457200">
              <a:buFont typeface="Arial" panose="020B0604020202020204" pitchFamily="34" charset="0"/>
              <a:buChar char="•"/>
            </a:pPr>
            <a:r>
              <a:rPr lang="en-US" sz="2200" dirty="0">
                <a:solidFill>
                  <a:schemeClr val="bg1"/>
                </a:solidFill>
              </a:rPr>
              <a:t>Transforming one image into another smoothly.</a:t>
            </a:r>
          </a:p>
          <a:p>
            <a:pPr marL="914400" lvl="1" indent="-457200">
              <a:buFont typeface="Arial" panose="020B0604020202020204" pitchFamily="34" charset="0"/>
              <a:buChar char="•"/>
            </a:pPr>
            <a:r>
              <a:rPr lang="en-US" sz="2200" dirty="0">
                <a:solidFill>
                  <a:schemeClr val="bg1"/>
                </a:solidFill>
              </a:rPr>
              <a:t>Requires two images: the starting shape and the ending shape.</a:t>
            </a:r>
          </a:p>
          <a:p>
            <a:pPr marL="914400" lvl="1" indent="-457200">
              <a:buFont typeface="Arial" panose="020B0604020202020204" pitchFamily="34" charset="0"/>
              <a:buChar char="•"/>
            </a:pPr>
            <a:r>
              <a:rPr lang="en-US" sz="2200" dirty="0">
                <a:solidFill>
                  <a:schemeClr val="bg1"/>
                </a:solidFill>
              </a:rPr>
              <a:t>Example: A person’s face changing into an animal’s face.</a:t>
            </a:r>
          </a:p>
          <a:p>
            <a:pPr marL="457200" indent="-457200">
              <a:buFont typeface="+mj-lt"/>
              <a:buAutoNum type="arabicPeriod"/>
            </a:pPr>
            <a:r>
              <a:rPr lang="en-US" sz="2200" b="1" dirty="0">
                <a:solidFill>
                  <a:schemeClr val="bg1"/>
                </a:solidFill>
              </a:rPr>
              <a:t>Rendering:</a:t>
            </a:r>
            <a:endParaRPr lang="en-US" sz="2200" dirty="0">
              <a:solidFill>
                <a:schemeClr val="bg1"/>
              </a:solidFill>
            </a:endParaRPr>
          </a:p>
          <a:p>
            <a:pPr marL="914400" lvl="1" indent="-457200">
              <a:buFont typeface="Arial" panose="020B0604020202020204" pitchFamily="34" charset="0"/>
              <a:buChar char="•"/>
            </a:pPr>
            <a:r>
              <a:rPr lang="en-US" sz="2200" dirty="0">
                <a:solidFill>
                  <a:schemeClr val="bg1"/>
                </a:solidFill>
              </a:rPr>
              <a:t>The process of generating images from a 3D model or scene.</a:t>
            </a:r>
          </a:p>
          <a:p>
            <a:pPr marL="914400" lvl="1" indent="-457200">
              <a:buFont typeface="Arial" panose="020B0604020202020204" pitchFamily="34" charset="0"/>
              <a:buChar char="•"/>
            </a:pPr>
            <a:r>
              <a:rPr lang="en-US" sz="2200" dirty="0">
                <a:solidFill>
                  <a:schemeClr val="bg1"/>
                </a:solidFill>
              </a:rPr>
              <a:t>A 3D animation requires about 30 frames per second for smooth motion.</a:t>
            </a:r>
          </a:p>
          <a:p>
            <a:pPr marL="914400" lvl="1" indent="-457200">
              <a:buFont typeface="Arial" panose="020B0604020202020204" pitchFamily="34" charset="0"/>
              <a:buChar char="•"/>
            </a:pPr>
            <a:r>
              <a:rPr lang="en-US" sz="2200" dirty="0">
                <a:solidFill>
                  <a:schemeClr val="bg1"/>
                </a:solidFill>
              </a:rPr>
              <a:t>Example: Rendering a 3D character in a video game.</a:t>
            </a:r>
          </a:p>
          <a:p>
            <a:endParaRPr lang="en-US" dirty="0"/>
          </a:p>
        </p:txBody>
      </p:sp>
    </p:spTree>
    <p:extLst>
      <p:ext uri="{BB962C8B-B14F-4D97-AF65-F5344CB8AC3E}">
        <p14:creationId xmlns:p14="http://schemas.microsoft.com/office/powerpoint/2010/main" val="28009923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41952-1052-6E16-BC46-1BCF7D502DD9}"/>
              </a:ext>
            </a:extLst>
          </p:cNvPr>
          <p:cNvSpPr>
            <a:spLocks noGrp="1"/>
          </p:cNvSpPr>
          <p:nvPr>
            <p:ph type="title"/>
          </p:nvPr>
        </p:nvSpPr>
        <p:spPr/>
        <p:txBody>
          <a:bodyPr/>
          <a:lstStyle/>
          <a:p>
            <a:r>
              <a:rPr lang="en-US" dirty="0"/>
              <a:t>Thank you !!</a:t>
            </a:r>
          </a:p>
        </p:txBody>
      </p:sp>
    </p:spTree>
    <p:extLst>
      <p:ext uri="{BB962C8B-B14F-4D97-AF65-F5344CB8AC3E}">
        <p14:creationId xmlns:p14="http://schemas.microsoft.com/office/powerpoint/2010/main" val="17479263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000">
        <p15:prstTrans prst="origami"/>
      </p:transition>
    </mc:Choice>
    <mc:Fallback xmlns="">
      <p:transition spd="slow">
        <p:fade/>
      </p:transition>
    </mc:Fallback>
  </mc:AlternateContent>
</p:sld>
</file>

<file path=ppt/theme/theme1.xml><?xml version="1.0" encoding="utf-8"?>
<a:theme xmlns:a="http://schemas.openxmlformats.org/drawingml/2006/main" name="Custom">
  <a:themeElements>
    <a:clrScheme name="Custom 17">
      <a:dk1>
        <a:srgbClr val="000000"/>
      </a:dk1>
      <a:lt1>
        <a:srgbClr val="FFFFFF"/>
      </a:lt1>
      <a:dk2>
        <a:srgbClr val="FC4EFB"/>
      </a:dk2>
      <a:lt2>
        <a:srgbClr val="E7E6E6"/>
      </a:lt2>
      <a:accent1>
        <a:srgbClr val="FAF24C"/>
      </a:accent1>
      <a:accent2>
        <a:srgbClr val="5EFCAC"/>
      </a:accent2>
      <a:accent3>
        <a:srgbClr val="73EBF9"/>
      </a:accent3>
      <a:accent4>
        <a:srgbClr val="316CFC"/>
      </a:accent4>
      <a:accent5>
        <a:srgbClr val="B059FD"/>
      </a:accent5>
      <a:accent6>
        <a:srgbClr val="9405FC"/>
      </a:accent6>
      <a:hlink>
        <a:srgbClr val="FFFFFF"/>
      </a:hlink>
      <a:folHlink>
        <a:srgbClr val="FFFFFF"/>
      </a:folHlink>
    </a:clrScheme>
    <a:fontScheme name="Custom 15">
      <a:majorFont>
        <a:latin typeface="Biome"/>
        <a:ea typeface=""/>
        <a:cs typeface=""/>
      </a:majorFont>
      <a:minorFont>
        <a:latin typeface="Arial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36837_win32_SL_V11" id="{EAD6EF7B-6F25-4469-AF6A-07D6EB1461DD}" vid="{30FEA78B-2F89-4FF0-8415-E3920802C5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4137456-21FC-4AE2-8A94-BF06CAF2EB9B}">
  <ds:schemaRefs>
    <ds:schemaRef ds:uri="http://schemas.microsoft.com/sharepoint/v3/contenttype/forms"/>
  </ds:schemaRefs>
</ds:datastoreItem>
</file>

<file path=customXml/itemProps2.xml><?xml version="1.0" encoding="utf-8"?>
<ds:datastoreItem xmlns:ds="http://schemas.openxmlformats.org/officeDocument/2006/customXml" ds:itemID="{E305301E-11B3-4B9D-A588-21F3C980937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77B561B-3A65-4A22-9691-EB838E7F9B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472</TotalTime>
  <Words>954</Words>
  <Application>Microsoft Office PowerPoint</Application>
  <PresentationFormat>Widescreen</PresentationFormat>
  <Paragraphs>102</Paragraphs>
  <Slides>14</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Arial Nova</vt:lpstr>
      <vt:lpstr>Biome</vt:lpstr>
      <vt:lpstr>Calibri</vt:lpstr>
      <vt:lpstr>Content-font</vt:lpstr>
      <vt:lpstr>Inter</vt:lpstr>
      <vt:lpstr>Poppins</vt:lpstr>
      <vt:lpstr>Wingdings</vt:lpstr>
      <vt:lpstr>Custom</vt:lpstr>
      <vt:lpstr>PRESENTATION ON mULTIMEDIA</vt:lpstr>
      <vt:lpstr>mULTIMEDIA</vt:lpstr>
      <vt:lpstr>Introduction</vt:lpstr>
      <vt:lpstr>Importance of Multimedia </vt:lpstr>
      <vt:lpstr>Elements of Multimedia</vt:lpstr>
      <vt:lpstr>1.text</vt:lpstr>
      <vt:lpstr>2. Graphics/Images</vt:lpstr>
      <vt:lpstr>PowerPoint Presentation</vt:lpstr>
      <vt:lpstr>3.Audio/Sound</vt:lpstr>
      <vt:lpstr>4.Video</vt:lpstr>
      <vt:lpstr>PowerPoint Presentation</vt:lpstr>
      <vt:lpstr>5.Animation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Gaurav Gautam</dc:creator>
  <cp:lastModifiedBy>Gaurav Gautam</cp:lastModifiedBy>
  <cp:revision>32</cp:revision>
  <dcterms:created xsi:type="dcterms:W3CDTF">2025-01-28T13:10:25Z</dcterms:created>
  <dcterms:modified xsi:type="dcterms:W3CDTF">2025-02-15T10:27:52Z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